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3562-FD42-4224-AAD8-DCD2FEDE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6E68E-5E56-4F60-81D4-8ABAA7FD2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EFB6C-56E3-45D8-B420-1764570F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FC31-C2A6-480C-8B21-86807D00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2897-508D-45A7-9D93-68B37082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7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4F97-49E8-4DD2-BFAE-500F0A24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B7AC-2E14-4A16-B219-985F9B266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00D2F-423D-4750-9625-D2F10090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BB815-2707-4B33-93DB-259FD398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436B-9C39-482C-9D34-BF19C9AE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4709-4FCA-4DBD-B777-4C7EE7BB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B8359-377A-4CA2-A531-4EA815FA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F37F-2EC6-4D44-9430-F9562EE7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B18F2-BDB1-45D9-BCBE-98681C3B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8A371-5155-4515-BE4D-38232EDF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2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0FBC-ADE7-4C63-9D9E-56F4708F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6D8C-A192-4725-9CCC-DE18C0A3B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932A6-924F-44BC-9F0F-6C9F12C9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8411-8612-4EB1-86C0-103C9A98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BF940-E5A8-4FE7-A4E1-3820281F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BDEA9-DAE4-4C3C-8B6E-455E8C8A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2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4B62-BC5D-43A3-AFD8-4E308087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2BCF-414F-4F3F-BA57-EC1952BE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763A6-87B9-49D3-8010-19E3BEDAF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31162-0B7F-40ED-A3C5-2C422EB5C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B3BE1-7E9B-4DC7-876E-2A0C57A11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91321-F9F7-4BD9-A7E7-14B7A165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CDBBC0-9799-42F9-A07D-74ED88BD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51756-3D24-41E3-8BBF-67396B5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C12A-9E4E-4103-B8F6-0075C57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FFF75-8E4B-4D36-B909-A0DD19F0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08A8-0984-425F-B81D-12521010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E7410-B315-467B-A6BB-C633720F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0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55A3E-85BC-4056-A4A6-F6487DAD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19F6A-F07A-4DA7-8D55-0AC19D2A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4F060-9693-4B38-A572-E9FFFC33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1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280A-8C4A-4C2E-8E99-C28CB6A4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FB49-6D30-489C-95B1-AAEECF57F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B474-585F-46B4-878A-EE45737CC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549C0-6876-40BF-88A7-53C6AE44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86174-A828-48EC-B540-D9F8508E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E660E-5486-43A1-AD87-D094C5F8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0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A6DC-1C94-4A85-8799-54F4A3E5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30FC16-D7D7-43AA-BA1C-71C2D035E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64BF8-925A-4131-A380-8FC4F17FF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138A6-BC20-4479-9B2D-1C115AD4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3D6A9-5EF5-42F7-A376-0811273F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931A3-A173-482D-BD3C-4CDE4180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7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5D37-F9E0-4AE9-9915-20ADC190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9A9CB-E7A7-4AFD-B371-98D466C87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6228-467D-4452-9E2A-0259F4F2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00FB-2E1A-40F2-9491-F8ABF003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501D1-E7D0-4DF4-AEDF-F1B09C77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5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710E5-DA0E-49B7-88F7-2002B9405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BC6E0-E278-4BB6-8370-E8FF41BC0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353E0-0DD2-4CDE-BC7C-C2CA7AF7F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179E-A0F7-400F-B101-4F6D681C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38A2-8AD4-47D3-BF91-D0C4A2FF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E652-80FE-4B7B-83F0-019E4E32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7E33-147C-4608-B0CC-C2D01877A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2ED6-895E-4F9F-AE28-3BE3FDC1B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ED948-A8A0-4959-B5D3-CF174F1FBC5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13551-DDB0-4871-9F9C-1AE9399D9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4F132-BC95-4F9F-98D0-D0046092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75444-17EE-4ED2-813C-BAEA16E3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4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C78420-25E6-46CE-BFEB-D355F46DB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599F0-9200-4EBF-AE9D-05FFEBAFF884}"/>
              </a:ext>
            </a:extLst>
          </p:cNvPr>
          <p:cNvSpPr txBox="1"/>
          <p:nvPr/>
        </p:nvSpPr>
        <p:spPr>
          <a:xfrm>
            <a:off x="1946564" y="2498743"/>
            <a:ext cx="8049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</a:rPr>
              <a:t>Solutions to Water Pollution</a:t>
            </a:r>
          </a:p>
        </p:txBody>
      </p:sp>
    </p:spTree>
    <p:extLst>
      <p:ext uri="{BB962C8B-B14F-4D97-AF65-F5344CB8AC3E}">
        <p14:creationId xmlns:p14="http://schemas.microsoft.com/office/powerpoint/2010/main" val="140789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476991-3C4C-4F92-BED6-A12138440E2C}"/>
              </a:ext>
            </a:extLst>
          </p:cNvPr>
          <p:cNvSpPr txBox="1"/>
          <p:nvPr/>
        </p:nvSpPr>
        <p:spPr>
          <a:xfrm>
            <a:off x="713509" y="1720840"/>
            <a:ext cx="107649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🏭 Treat industrial waste – Factories must clean water before releasing it.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📜 Strict laws &amp; monitoring – Government enforces rules to control pollution.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📢 Awareness programs – Educate people about keeping water clean.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🌊 Better drainage &amp; waste systems – Reduce pollution during floods.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🌳 Plant trees &amp; restore wetlands – Protect rivers and maintain water quality.</a:t>
            </a:r>
          </a:p>
        </p:txBody>
      </p:sp>
    </p:spTree>
    <p:extLst>
      <p:ext uri="{BB962C8B-B14F-4D97-AF65-F5344CB8AC3E}">
        <p14:creationId xmlns:p14="http://schemas.microsoft.com/office/powerpoint/2010/main" val="302504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HASIBUL HASAN HASIB</dc:creator>
  <cp:lastModifiedBy>MD. HASIBUL HASAN HASIB</cp:lastModifiedBy>
  <cp:revision>3</cp:revision>
  <dcterms:created xsi:type="dcterms:W3CDTF">2025-12-07T13:26:58Z</dcterms:created>
  <dcterms:modified xsi:type="dcterms:W3CDTF">2025-12-07T13:35:36Z</dcterms:modified>
</cp:coreProperties>
</file>