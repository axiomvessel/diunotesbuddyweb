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A417-3564-30CE-74CE-F8CA2E6A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34E7B-7EED-886E-23E9-B2546FED4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D2147-0C83-9751-8E4A-69C7F9F2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170BF-C376-B710-BB4B-B4C09EEA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094F4-ADA3-10A3-E99F-98B0555B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395D-04D3-9EAB-F45A-21F8112D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0CB2-983F-C79E-9A05-BE23B264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328F-D118-639D-0E76-FF9989A6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02E8-9D71-20E9-27BF-6670288B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1130-FE03-CC20-EF9C-CFE1D7D4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00BE-DC99-2D4B-91D3-0F419BF7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EA3C7-E7A0-37FF-2FA9-1BBEE5C7F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2948-929E-7B42-F0E2-6AB6FE95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700B1-34DE-1B44-261E-78036BB5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5FD5-E0A6-6C18-7254-D04273AE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9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DA6F-8B4B-7667-B2D7-2CEB33B2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9A48-5C0C-F289-B1D1-855816BDE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8BD0F-8266-FE10-CAB2-9455F33F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62DB2-0F8F-69F0-8D55-708821D7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791FE-AB11-EDBE-7DED-DE374AA6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760EE-3788-A4C8-2E76-7F0C4551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1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AF74-4DE2-1C6C-4097-30DA27DD9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DCD0E-C7A7-6293-D661-C8F58DF9B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F26DF-EAAA-9C03-7225-383C43379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6F5D68-08A4-C828-6EF0-E97BDF4E3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4A887-8F0E-DB6B-E4F3-8FB2EA487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146DE-2370-2954-A6DD-165E96C4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FD570-9D29-7A74-3731-2D9ED900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4C61A-43B3-2A5C-D6C0-9558CA10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5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CC6E-663C-3DE7-C938-E11B17DC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05F87-CE98-AA6C-D94F-39D9D38B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B5A2E-A1FB-AA2A-8FA7-CFD9AD84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B2165-2F56-A5DA-94B5-1CC9013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56FAD-2993-64AE-4743-DC9D989C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2A78A-F9B5-8B20-76F6-92966D81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F4A07-EB2F-2386-7265-082D2BDC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A89D-1E38-6898-A00B-A0ED99D9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E0671-9F9B-CA45-99BC-A192FB53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35508-0675-56FA-A92F-291FC041C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E0B6-4B6C-1B9F-4EAF-3E4341BD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C93B-C5A0-8626-9411-8D3BA731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80DB-24B7-2152-2607-00382E19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A954-DB0B-7122-7D2A-35109E08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E6DB0-ED47-1D5B-6593-F2CF7F488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0E3DB-2D68-FAE4-B426-2C1DFF347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0A17-49CF-5EAB-6DF2-DB24C96C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B7BDA-EA88-F799-BF12-18431086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C3771-9BE4-47A1-9A7B-EB3DCE7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6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3EC5-90B0-7032-FDAE-328D9E3D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EEEB4-110B-0F33-D130-3B16A9518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99A80-18EE-D664-9C51-F9343609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C5F3-224C-A067-97E8-359E14D1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858D0-26AA-A8BE-A643-231E51B2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4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7B1BE-E686-A6DF-B413-023FC1DEF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90208-9504-4E22-9CAD-1C6D66DB1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CA472-47EB-406D-AA54-0A7BDC5C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DA726-F006-081D-C67A-6F0AA69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CFAE0-96B9-55F8-3EE1-F90CB17A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B22DD-B975-537A-7306-9DFCD304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DB323-DCCC-8548-8BCC-3C3FAB48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D0648-1C76-9574-0311-0ACA553C2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BDA21-5652-4DA5-BF48-7829BF0DC42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9BCD6-82CD-2610-9F6C-3A23D10CF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6342B-1C7F-862E-C0C6-64587236A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0603C-9981-428C-8E64-1C38A581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C0E52-6036-4589-AC7E-AED39FA9672E}"/>
              </a:ext>
            </a:extLst>
          </p:cNvPr>
          <p:cNvSpPr txBox="1"/>
          <p:nvPr/>
        </p:nvSpPr>
        <p:spPr>
          <a:xfrm>
            <a:off x="3082412" y="383458"/>
            <a:ext cx="6489291" cy="584775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DEPLETION OF BIO-DIVERSITY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37BC1-7872-4FED-94D2-793CCC07CA2C}"/>
              </a:ext>
            </a:extLst>
          </p:cNvPr>
          <p:cNvSpPr txBox="1"/>
          <p:nvPr/>
        </p:nvSpPr>
        <p:spPr>
          <a:xfrm>
            <a:off x="929148" y="1696687"/>
            <a:ext cx="61058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Causes of Depletion of Biodiversity in Dhaka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AE5B8-4847-48DC-8137-B47642B89367}"/>
              </a:ext>
            </a:extLst>
          </p:cNvPr>
          <p:cNvSpPr txBox="1"/>
          <p:nvPr/>
        </p:nvSpPr>
        <p:spPr>
          <a:xfrm>
            <a:off x="1160194" y="2137210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Unplanned Urbanization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106F3-D8FF-4C78-A83E-D398B40B8D1E}"/>
              </a:ext>
            </a:extLst>
          </p:cNvPr>
          <p:cNvSpPr txBox="1"/>
          <p:nvPr/>
        </p:nvSpPr>
        <p:spPr>
          <a:xfrm>
            <a:off x="1160194" y="2564408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Habitat Destruction and Land Filling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1069D-C6D6-41D8-9601-184E2EF72C61}"/>
              </a:ext>
            </a:extLst>
          </p:cNvPr>
          <p:cNvSpPr txBox="1"/>
          <p:nvPr/>
        </p:nvSpPr>
        <p:spPr>
          <a:xfrm>
            <a:off x="1160194" y="2991606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Water Pollution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F61E02-8107-4063-B744-70678BC6A582}"/>
              </a:ext>
            </a:extLst>
          </p:cNvPr>
          <p:cNvSpPr txBox="1"/>
          <p:nvPr/>
        </p:nvSpPr>
        <p:spPr>
          <a:xfrm>
            <a:off x="1160194" y="3846002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 and Tree Cutting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CCAA8-6509-4167-9532-0194886AB5E8}"/>
              </a:ext>
            </a:extLst>
          </p:cNvPr>
          <p:cNvSpPr txBox="1"/>
          <p:nvPr/>
        </p:nvSpPr>
        <p:spPr>
          <a:xfrm>
            <a:off x="1160194" y="3418804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E2FC5-2BD3-47D6-BDFA-9AFC5D07409E}"/>
              </a:ext>
            </a:extLst>
          </p:cNvPr>
          <p:cNvSpPr txBox="1"/>
          <p:nvPr/>
        </p:nvSpPr>
        <p:spPr>
          <a:xfrm>
            <a:off x="1160194" y="4273200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Encroachment and Illegal Occupation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389AB-CC6D-4537-84F0-FA536071E4B6}"/>
              </a:ext>
            </a:extLst>
          </p:cNvPr>
          <p:cNvSpPr txBox="1"/>
          <p:nvPr/>
        </p:nvSpPr>
        <p:spPr>
          <a:xfrm>
            <a:off x="1160194" y="4700398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Overpopulation and High Population Density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25365-EBA9-47A4-A937-38536D59E75A}"/>
              </a:ext>
            </a:extLst>
          </p:cNvPr>
          <p:cNvSpPr txBox="1"/>
          <p:nvPr/>
        </p:nvSpPr>
        <p:spPr>
          <a:xfrm>
            <a:off x="1160194" y="5127596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Expansion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C9457-763F-446F-B874-1951F9BD7B12}"/>
              </a:ext>
            </a:extLst>
          </p:cNvPr>
          <p:cNvSpPr txBox="1"/>
          <p:nvPr/>
        </p:nvSpPr>
        <p:spPr>
          <a:xfrm>
            <a:off x="1160194" y="5554794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Pesticides and Chemicals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78687B-C87F-4D63-8D65-BA495D8CC211}"/>
              </a:ext>
            </a:extLst>
          </p:cNvPr>
          <p:cNvSpPr txBox="1"/>
          <p:nvPr/>
        </p:nvSpPr>
        <p:spPr>
          <a:xfrm>
            <a:off x="1160194" y="5981996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Expansion</a:t>
            </a:r>
          </a:p>
        </p:txBody>
      </p:sp>
    </p:spTree>
    <p:extLst>
      <p:ext uri="{BB962C8B-B14F-4D97-AF65-F5344CB8AC3E}">
        <p14:creationId xmlns:p14="http://schemas.microsoft.com/office/powerpoint/2010/main" val="1413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7037D-D3A5-4424-ABF3-E39EFA6C5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2233"/>
            <a:ext cx="10243335" cy="6002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B38197-2EF3-41C8-9A2A-C84D3607418F}"/>
              </a:ext>
            </a:extLst>
          </p:cNvPr>
          <p:cNvSpPr txBox="1"/>
          <p:nvPr/>
        </p:nvSpPr>
        <p:spPr>
          <a:xfrm>
            <a:off x="265471" y="6061587"/>
            <a:ext cx="5456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https://www.tbsnews.net/bangladesh/dhaka-green-spaces-shrink-7-wetlands-now-mere-3-bip-643082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A4693-1BE2-45D4-906C-6F673A5DF484}"/>
              </a:ext>
            </a:extLst>
          </p:cNvPr>
          <p:cNvSpPr txBox="1"/>
          <p:nvPr/>
        </p:nvSpPr>
        <p:spPr>
          <a:xfrm>
            <a:off x="5270090" y="6061586"/>
            <a:ext cx="5456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Chobi</a:t>
            </a:r>
            <a:r>
              <a:rPr lang="en-US" dirty="0"/>
              <a:t> ai source </a:t>
            </a:r>
            <a:r>
              <a:rPr lang="en-US" dirty="0" err="1"/>
              <a:t>theke</a:t>
            </a:r>
            <a:r>
              <a:rPr lang="en-US" dirty="0"/>
              <a:t> </a:t>
            </a:r>
            <a:r>
              <a:rPr lang="en-US" dirty="0" err="1"/>
              <a:t>neya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38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Times New Roman</vt:lpstr>
      <vt:lpstr>Wingdings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Ocean Mallik</dc:creator>
  <cp:lastModifiedBy>MD. HASIBUL HASAN HASIB</cp:lastModifiedBy>
  <cp:revision>4</cp:revision>
  <dcterms:created xsi:type="dcterms:W3CDTF">2025-11-22T13:31:00Z</dcterms:created>
  <dcterms:modified xsi:type="dcterms:W3CDTF">2025-11-25T17:34:03Z</dcterms:modified>
</cp:coreProperties>
</file>