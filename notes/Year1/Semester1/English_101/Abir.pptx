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C3562-FD42-4224-AAD8-DCD2FEDEB1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C6E68E-5E56-4F60-81D4-8ABAA7FD26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E1EFB6C-56E3-45D8-B420-1764570FF6EC}"/>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5" name="Footer Placeholder 4">
            <a:extLst>
              <a:ext uri="{FF2B5EF4-FFF2-40B4-BE49-F238E27FC236}">
                <a16:creationId xmlns:a16="http://schemas.microsoft.com/office/drawing/2014/main" id="{49A9FC31-C2A6-480C-8B21-86807D00A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912897-508D-45A7-9D93-68B370829F3E}"/>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4171376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74F97-49E8-4DD2-BFAE-500F0A24DA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B3B7AC-2E14-4A16-B219-985F9B26636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700D2F-423D-4750-9625-D2F100901E29}"/>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5" name="Footer Placeholder 4">
            <a:extLst>
              <a:ext uri="{FF2B5EF4-FFF2-40B4-BE49-F238E27FC236}">
                <a16:creationId xmlns:a16="http://schemas.microsoft.com/office/drawing/2014/main" id="{1C7BB815-2707-4B33-93DB-259FD39879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CB436B-9C39-482C-9D34-BF19C9AE868E}"/>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1683447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4709-4FCA-4DBD-B777-4C7EE7BB61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0B8359-377A-4CA2-A531-4EA815FAD0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948F37F-2EC6-4D44-9430-F9562EE738F2}"/>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5" name="Footer Placeholder 4">
            <a:extLst>
              <a:ext uri="{FF2B5EF4-FFF2-40B4-BE49-F238E27FC236}">
                <a16:creationId xmlns:a16="http://schemas.microsoft.com/office/drawing/2014/main" id="{635B18F2-BDB1-45D9-BCBE-98681C3BEF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38A371-5155-4515-BE4D-38232EDF4E2E}"/>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1078028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B0FBC-ADE7-4C63-9D9E-56F4708F64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2986D8C-A192-4725-9CCC-DE18C0A3BAF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0932A6-924F-44BC-9F0F-6C9F12C9E69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048411-8612-4EB1-86C0-103C9A987FF6}"/>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6" name="Footer Placeholder 5">
            <a:extLst>
              <a:ext uri="{FF2B5EF4-FFF2-40B4-BE49-F238E27FC236}">
                <a16:creationId xmlns:a16="http://schemas.microsoft.com/office/drawing/2014/main" id="{30BBF940-E5A8-4FE7-A4E1-3820281F57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DBDEA9-DAE4-4C3C-8B6E-455E8C8A70B5}"/>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2908628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54B62-BC5D-43A3-AFD8-4E308087396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1AD2BCF-414F-4F3F-BA57-EC1952BECA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4E763A6-87B9-49D3-8010-19E3BEDAFCE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F31162-0B7F-40ED-A3C5-2C422EB5CE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A4B3BE1-7E9B-4DC7-876E-2A0C57A11A3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6291321-F9F7-4BD9-A7E7-14B7A16530EA}"/>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8" name="Footer Placeholder 7">
            <a:extLst>
              <a:ext uri="{FF2B5EF4-FFF2-40B4-BE49-F238E27FC236}">
                <a16:creationId xmlns:a16="http://schemas.microsoft.com/office/drawing/2014/main" id="{8BCDBBC0-9799-42F9-A07D-74ED88BD76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551756-3D24-41E3-8BBF-67396B5ECFF8}"/>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2506606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BC12A-9E4E-4103-B8F6-0075C57A962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FFFF75-8E4B-4D36-B909-A0DD19F00EA3}"/>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4" name="Footer Placeholder 3">
            <a:extLst>
              <a:ext uri="{FF2B5EF4-FFF2-40B4-BE49-F238E27FC236}">
                <a16:creationId xmlns:a16="http://schemas.microsoft.com/office/drawing/2014/main" id="{733008A8-0984-425F-B81D-1252101063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5E7410-B315-467B-A6BB-C633720F0F0D}"/>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3500603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155A3E-85BC-4056-A4A6-F6487DADA120}"/>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3" name="Footer Placeholder 2">
            <a:extLst>
              <a:ext uri="{FF2B5EF4-FFF2-40B4-BE49-F238E27FC236}">
                <a16:creationId xmlns:a16="http://schemas.microsoft.com/office/drawing/2014/main" id="{A5019F6A-F07A-4DA7-8D55-0AC19D2AF4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294F060-9693-4B38-A572-E9FFFC334687}"/>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492519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7280A-8C4A-4C2E-8E99-C28CB6A4B6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4BFB49-6D30-489C-95B1-AAEECF57FF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6CB474-585F-46B4-878A-EE45737CC2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F5549C0-6876-40BF-88A7-53C6AE442A84}"/>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6" name="Footer Placeholder 5">
            <a:extLst>
              <a:ext uri="{FF2B5EF4-FFF2-40B4-BE49-F238E27FC236}">
                <a16:creationId xmlns:a16="http://schemas.microsoft.com/office/drawing/2014/main" id="{E7186174-A828-48EC-B540-D9F8508EF7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6E660E-5486-43A1-AD87-D094C5F83524}"/>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1189909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1A6DC-1C94-4A85-8799-54F4A3E541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30FC16-D7D7-43AA-BA1C-71C2D035E6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E64BF8-925A-4131-A380-8FC4F17FF6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E1138A6-BC20-4479-9B2D-1C115AD4A383}"/>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6" name="Footer Placeholder 5">
            <a:extLst>
              <a:ext uri="{FF2B5EF4-FFF2-40B4-BE49-F238E27FC236}">
                <a16:creationId xmlns:a16="http://schemas.microsoft.com/office/drawing/2014/main" id="{BB53D6A9-5EF5-42F7-A376-0811273F83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C931A3-A173-482D-BD3C-4CDE4180A1B6}"/>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4173271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95D37-F9E0-4AE9-9915-20ADC190189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09A9CB-E7A7-4AFD-B371-98D466C878B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526228-467D-4452-9E2A-0259F4F21290}"/>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5" name="Footer Placeholder 4">
            <a:extLst>
              <a:ext uri="{FF2B5EF4-FFF2-40B4-BE49-F238E27FC236}">
                <a16:creationId xmlns:a16="http://schemas.microsoft.com/office/drawing/2014/main" id="{E88200FB-2E1A-40F2-9491-F8ABF00398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501D1-E7D0-4DF4-AEDF-F1B09C77739B}"/>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2585453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8710E5-DA0E-49B7-88F7-2002B9405E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9DBC6E0-E278-4BB6-8370-E8FF41BC0EE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D353E0-0DD2-4CDE-BC7C-C2CA7AF7F2EF}"/>
              </a:ext>
            </a:extLst>
          </p:cNvPr>
          <p:cNvSpPr>
            <a:spLocks noGrp="1"/>
          </p:cNvSpPr>
          <p:nvPr>
            <p:ph type="dt" sz="half" idx="10"/>
          </p:nvPr>
        </p:nvSpPr>
        <p:spPr/>
        <p:txBody>
          <a:bodyPr/>
          <a:lstStyle/>
          <a:p>
            <a:fld id="{695ED948-A8A0-4959-B5D3-CF174F1FBC50}" type="datetimeFigureOut">
              <a:rPr lang="en-US" smtClean="0"/>
              <a:t>12/7/2025</a:t>
            </a:fld>
            <a:endParaRPr lang="en-US"/>
          </a:p>
        </p:txBody>
      </p:sp>
      <p:sp>
        <p:nvSpPr>
          <p:cNvPr id="5" name="Footer Placeholder 4">
            <a:extLst>
              <a:ext uri="{FF2B5EF4-FFF2-40B4-BE49-F238E27FC236}">
                <a16:creationId xmlns:a16="http://schemas.microsoft.com/office/drawing/2014/main" id="{18F0179E-A0F7-400F-B101-4F6D681C59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CC38A2-8AD4-47D3-BF91-D0C4A2FF25DE}"/>
              </a:ext>
            </a:extLst>
          </p:cNvPr>
          <p:cNvSpPr>
            <a:spLocks noGrp="1"/>
          </p:cNvSpPr>
          <p:nvPr>
            <p:ph type="sldNum" sz="quarter" idx="12"/>
          </p:nvPr>
        </p:nvSpPr>
        <p:spPr/>
        <p:txBody>
          <a:bodyPr/>
          <a:lstStyle/>
          <a:p>
            <a:fld id="{E1175444-17EE-4ED2-813C-BAEA16E3818C}" type="slidenum">
              <a:rPr lang="en-US" smtClean="0"/>
              <a:t>‹#›</a:t>
            </a:fld>
            <a:endParaRPr lang="en-US"/>
          </a:p>
        </p:txBody>
      </p:sp>
    </p:spTree>
    <p:extLst>
      <p:ext uri="{BB962C8B-B14F-4D97-AF65-F5344CB8AC3E}">
        <p14:creationId xmlns:p14="http://schemas.microsoft.com/office/powerpoint/2010/main" val="4096463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F5BE652-80FE-4B7B-83F0-019E4E32C2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0B87E33-147C-4608-B0CC-C2D01877A7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552ED6-895E-4F9F-AE28-3BE3FDC1B3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5ED948-A8A0-4959-B5D3-CF174F1FBC50}" type="datetimeFigureOut">
              <a:rPr lang="en-US" smtClean="0"/>
              <a:t>12/7/2025</a:t>
            </a:fld>
            <a:endParaRPr lang="en-US"/>
          </a:p>
        </p:txBody>
      </p:sp>
      <p:sp>
        <p:nvSpPr>
          <p:cNvPr id="5" name="Footer Placeholder 4">
            <a:extLst>
              <a:ext uri="{FF2B5EF4-FFF2-40B4-BE49-F238E27FC236}">
                <a16:creationId xmlns:a16="http://schemas.microsoft.com/office/drawing/2014/main" id="{F4F13551-DDB0-4871-9F9C-1AE9399D94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884F132-BC95-4F9F-98D0-D00460925C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175444-17EE-4ED2-813C-BAEA16E3818C}" type="slidenum">
              <a:rPr lang="en-US" smtClean="0"/>
              <a:t>‹#›</a:t>
            </a:fld>
            <a:endParaRPr lang="en-US"/>
          </a:p>
        </p:txBody>
      </p:sp>
    </p:spTree>
    <p:extLst>
      <p:ext uri="{BB962C8B-B14F-4D97-AF65-F5344CB8AC3E}">
        <p14:creationId xmlns:p14="http://schemas.microsoft.com/office/powerpoint/2010/main" val="3983746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8599F0-9200-4EBF-AE9D-05FFEBAFF884}"/>
              </a:ext>
            </a:extLst>
          </p:cNvPr>
          <p:cNvSpPr txBox="1"/>
          <p:nvPr/>
        </p:nvSpPr>
        <p:spPr>
          <a:xfrm>
            <a:off x="3255818" y="1579418"/>
            <a:ext cx="6276109" cy="3416320"/>
          </a:xfrm>
          <a:prstGeom prst="rect">
            <a:avLst/>
          </a:prstGeom>
          <a:noFill/>
        </p:spPr>
        <p:txBody>
          <a:bodyPr wrap="square" rtlCol="0">
            <a:spAutoFit/>
          </a:bodyPr>
          <a:lstStyle/>
          <a:p>
            <a:r>
              <a:rPr lang="en-US" dirty="0"/>
              <a:t>To solve the growing problem of water pollution, strong and practical steps must be taken. First, the government should ensure that all factories treat their waste before releasing it into rivers. Strict laws and regular monitoring can greatly reduce industrial pollution. Second, awareness programs should be arranged so that people understand the importance of keeping water clean. Third, climate-resilient infrastructure, such as stronger drainage systems and improved waste management, should be developed to reduce pollution during floods. Finally, planting more trees, restoring wetlands, and protecting riverbanks can help maintain the natural flow and quality of water.</a:t>
            </a:r>
          </a:p>
        </p:txBody>
      </p:sp>
    </p:spTree>
    <p:extLst>
      <p:ext uri="{BB962C8B-B14F-4D97-AF65-F5344CB8AC3E}">
        <p14:creationId xmlns:p14="http://schemas.microsoft.com/office/powerpoint/2010/main" val="14078941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111</Words>
  <Application>Microsoft Office PowerPoint</Application>
  <PresentationFormat>Widescreen</PresentationFormat>
  <Paragraphs>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HASIBUL HASAN HASIB</dc:creator>
  <cp:lastModifiedBy>MD. HASIBUL HASAN HASIB</cp:lastModifiedBy>
  <cp:revision>2</cp:revision>
  <dcterms:created xsi:type="dcterms:W3CDTF">2025-12-07T13:26:58Z</dcterms:created>
  <dcterms:modified xsi:type="dcterms:W3CDTF">2025-12-07T13:27:29Z</dcterms:modified>
</cp:coreProperties>
</file>