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59C4-50A3-4156-9A0C-8E4D255CCF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73B573-0ED4-4192-ACD7-FF31A21CE5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9A5CCB-6360-4D3E-8F8F-D862D12D40D2}"/>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FB48036C-C7BC-4BFD-8A00-FC46165CB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1F557A-6151-4DC4-9EBE-40C866C2CC01}"/>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2199043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DA538-F574-40A1-82B0-4DA283D202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7F2E03-5DB6-4BA3-82B3-31116449B4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C3D7F9-74E6-4880-B88E-8D7394600975}"/>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EA58AC3C-D909-4EF4-833F-CCC6F6F59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8AD99-AD80-454A-B54E-81688B7B8981}"/>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3459055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FBB6-2736-43BC-A83A-DDE7D8D927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1B28FF-A8C2-438C-B77E-B0AAFB651A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FA85542-4DFD-4249-ABE7-154BE3BBD5F3}"/>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4608ED55-4909-4313-9D04-394A465AB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A4A50-573F-4526-B91A-644185F35A47}"/>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93147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A78B3-4A5D-41E0-A25F-6E32C634A9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EB620B-E865-4125-A9C0-BBEA9FA2C5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95B7D8-1D27-4CA3-B5FF-8FA0E9DF5DB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847D83-CBFF-4AAD-BD95-71F1DF68BC07}"/>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6" name="Footer Placeholder 5">
            <a:extLst>
              <a:ext uri="{FF2B5EF4-FFF2-40B4-BE49-F238E27FC236}">
                <a16:creationId xmlns:a16="http://schemas.microsoft.com/office/drawing/2014/main" id="{658232EF-0517-4535-8E51-071F13A745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C3242-74D0-4068-BC45-6942B7E0332D}"/>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2262506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B144-2BE3-4FF8-B70D-84075C3612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39FAF4-5961-40E2-B253-18E770090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C236C79-2C94-451C-A2B8-0F435F79043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8679E2-31FC-48B3-BBC8-BC94091211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B556097-302F-471C-B160-E9F3EED0618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A62B0E-0044-49E1-94C2-ED2EF98999A7}"/>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8" name="Footer Placeholder 7">
            <a:extLst>
              <a:ext uri="{FF2B5EF4-FFF2-40B4-BE49-F238E27FC236}">
                <a16:creationId xmlns:a16="http://schemas.microsoft.com/office/drawing/2014/main" id="{2D7EF3C7-C4BF-407F-AE1A-323BF434C1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193C00-B387-44C2-A118-B88E8E9E0C14}"/>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1891169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43A40-C150-491D-A5C9-0F875D7C24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3707DD-5562-45C6-8787-7CAE71A7E384}"/>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4" name="Footer Placeholder 3">
            <a:extLst>
              <a:ext uri="{FF2B5EF4-FFF2-40B4-BE49-F238E27FC236}">
                <a16:creationId xmlns:a16="http://schemas.microsoft.com/office/drawing/2014/main" id="{12353CE3-2F32-44B7-B7BB-D62B32A6AA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740326-696D-4511-A5F1-2D77C18CF6C9}"/>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2926382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79B58-90E6-4AFE-98D3-90F57549A816}"/>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3" name="Footer Placeholder 2">
            <a:extLst>
              <a:ext uri="{FF2B5EF4-FFF2-40B4-BE49-F238E27FC236}">
                <a16:creationId xmlns:a16="http://schemas.microsoft.com/office/drawing/2014/main" id="{47355272-D181-40F6-9FA8-6B2D563C18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F79F8D-00FD-4807-9899-D749E1D0B6D1}"/>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418240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2463-10F4-460A-B777-8543D90DCB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38F210-40D4-4228-860E-D69689870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CC7CD3-7D46-4608-BE10-1511BEC81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66FC5BF-EAF1-4DEE-BE0D-9B458EBB29CA}"/>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6" name="Footer Placeholder 5">
            <a:extLst>
              <a:ext uri="{FF2B5EF4-FFF2-40B4-BE49-F238E27FC236}">
                <a16:creationId xmlns:a16="http://schemas.microsoft.com/office/drawing/2014/main" id="{75F63459-7061-41C2-9EE3-7B52734BC2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0321F-2A6E-4E5A-8831-1BE81D4C3BAF}"/>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204222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4661-F7FD-4289-820F-218BDDAE3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715331-EECE-47DF-B95A-26E5636AD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01BC16-BB35-4493-BDEA-3843386CC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4F57724-2628-47E8-BCA6-AFCEEAC1379D}"/>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6" name="Footer Placeholder 5">
            <a:extLst>
              <a:ext uri="{FF2B5EF4-FFF2-40B4-BE49-F238E27FC236}">
                <a16:creationId xmlns:a16="http://schemas.microsoft.com/office/drawing/2014/main" id="{84C0D4CB-0A2E-4ACA-B58E-606CB1D81C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5BED60-3DDC-4722-B574-5936C48E079E}"/>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23658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E7CA-21FB-48BA-99E6-244098697F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22C34-DEA2-400F-860D-897B5426A94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6404A-5284-4358-8EF5-7624AD7216C3}"/>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3698FEE7-0536-40A8-8346-F65A88C10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F50945-20BD-4BCC-9EC0-E5D255716214}"/>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3381661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D4263C-B325-43B7-87F7-CAAB0F8196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6BBA26-6275-4143-90CD-2FA80A553C7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C03BC-4451-415A-8714-7F2672F5F4B8}"/>
              </a:ext>
            </a:extLst>
          </p:cNvPr>
          <p:cNvSpPr>
            <a:spLocks noGrp="1"/>
          </p:cNvSpPr>
          <p:nvPr>
            <p:ph type="dt" sz="half" idx="10"/>
          </p:nvPr>
        </p:nvSpPr>
        <p:spPr/>
        <p:txBody>
          <a:body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7A2D150B-1735-4862-825F-ED0361A91E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AA133-D44B-4D0D-955D-2C7CD1F31934}"/>
              </a:ext>
            </a:extLst>
          </p:cNvPr>
          <p:cNvSpPr>
            <a:spLocks noGrp="1"/>
          </p:cNvSpPr>
          <p:nvPr>
            <p:ph type="sldNum" sz="quarter" idx="12"/>
          </p:nvPr>
        </p:nvSpPr>
        <p:spPr/>
        <p:txBody>
          <a:bodyPr/>
          <a:lstStyle/>
          <a:p>
            <a:fld id="{3B2B8B65-0ABB-4279-B7C9-B97632840987}" type="slidenum">
              <a:rPr lang="en-US" smtClean="0"/>
              <a:t>‹#›</a:t>
            </a:fld>
            <a:endParaRPr lang="en-US"/>
          </a:p>
        </p:txBody>
      </p:sp>
    </p:spTree>
    <p:extLst>
      <p:ext uri="{BB962C8B-B14F-4D97-AF65-F5344CB8AC3E}">
        <p14:creationId xmlns:p14="http://schemas.microsoft.com/office/powerpoint/2010/main" val="386469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E5BBDD-C76C-40C7-A359-73DBF6006A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51AC3D-6B8C-4147-A9BC-E3E896391D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24729-6B26-4F19-8EDE-34CD2E974B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65B875-B4FD-4011-9683-CD6B3CD3A0DC}" type="datetimeFigureOut">
              <a:rPr lang="en-US" smtClean="0"/>
              <a:t>12/13/2025</a:t>
            </a:fld>
            <a:endParaRPr lang="en-US"/>
          </a:p>
        </p:txBody>
      </p:sp>
      <p:sp>
        <p:nvSpPr>
          <p:cNvPr id="5" name="Footer Placeholder 4">
            <a:extLst>
              <a:ext uri="{FF2B5EF4-FFF2-40B4-BE49-F238E27FC236}">
                <a16:creationId xmlns:a16="http://schemas.microsoft.com/office/drawing/2014/main" id="{154D4677-2035-4286-94CA-A630D9721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A5CAF0-E0AD-44D3-BD44-DD1716E62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2B8B65-0ABB-4279-B7C9-B97632840987}" type="slidenum">
              <a:rPr lang="en-US" smtClean="0"/>
              <a:t>‹#›</a:t>
            </a:fld>
            <a:endParaRPr lang="en-US"/>
          </a:p>
        </p:txBody>
      </p:sp>
    </p:spTree>
    <p:extLst>
      <p:ext uri="{BB962C8B-B14F-4D97-AF65-F5344CB8AC3E}">
        <p14:creationId xmlns:p14="http://schemas.microsoft.com/office/powerpoint/2010/main" val="2739540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9A2298-1DB4-43F8-9DAF-326B521B225C}"/>
              </a:ext>
            </a:extLst>
          </p:cNvPr>
          <p:cNvSpPr txBox="1"/>
          <p:nvPr/>
        </p:nvSpPr>
        <p:spPr>
          <a:xfrm>
            <a:off x="581891" y="540327"/>
            <a:ext cx="11305309" cy="3693319"/>
          </a:xfrm>
          <a:prstGeom prst="rect">
            <a:avLst/>
          </a:prstGeom>
          <a:noFill/>
          <a:ln>
            <a:noFill/>
          </a:ln>
        </p:spPr>
        <p:txBody>
          <a:bodyPr wrap="square" rtlCol="0">
            <a:spAutoFit/>
          </a:bodyPr>
          <a:lstStyle/>
          <a:p>
            <a:r>
              <a:rPr lang="en-US" dirty="0">
                <a:latin typeface="Times New Roman" panose="02020603050405020304" pitchFamily="18" charset="0"/>
                <a:cs typeface="Times New Roman" panose="02020603050405020304" pitchFamily="18" charset="0"/>
              </a:rPr>
              <a:t>Microsoft PowerPoint is a popular presentation software developed by Microsoft and included in the Microsoft Office suite. It is widely used in education, business, training sessions, seminars, and professional environments to present information in a clear, organized, and visually attractive way. PowerPoint allows users to create slide-based presentations that help communicate ideas effectively to an audience.</a:t>
            </a:r>
          </a:p>
          <a:p>
            <a:r>
              <a:rPr lang="en-US" dirty="0">
                <a:latin typeface="Times New Roman" panose="02020603050405020304" pitchFamily="18" charset="0"/>
                <a:cs typeface="Times New Roman" panose="02020603050405020304" pitchFamily="18" charset="0"/>
              </a:rPr>
              <a:t>Using Microsoft PowerPoint, users can insert and format text, images, charts, tables, shapes, SmartArt graphics, and multimedia elements such as audio and video. The software also provides various themes, slide layouts, and design tools that help maintain consistency and improve the overall appearance of a presentation. Features like animations and slide transitions make presentations more engaging and help emphasize important points.</a:t>
            </a:r>
          </a:p>
          <a:p>
            <a:r>
              <a:rPr lang="en-US" dirty="0">
                <a:latin typeface="Times New Roman" panose="02020603050405020304" pitchFamily="18" charset="0"/>
                <a:cs typeface="Times New Roman" panose="02020603050405020304" pitchFamily="18" charset="0"/>
              </a:rPr>
              <a:t>Microsoft PowerPoint also supports easy editing, formatting, and integration with other Microsoft Office applications such as Word and Excel. This makes it convenient to prepare presentations using data, reports, and documents from different sources. Overall, Microsoft PowerPoint is an essential tool for creating professional, informative, and visually appealing presentations, making it suitable for practical work and lab report documentation.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9244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208</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HASIBUL HASAN HASIB</dc:creator>
  <cp:lastModifiedBy>MD. HASIBUL HASAN HASIB</cp:lastModifiedBy>
  <cp:revision>2</cp:revision>
  <dcterms:created xsi:type="dcterms:W3CDTF">2025-12-13T15:09:29Z</dcterms:created>
  <dcterms:modified xsi:type="dcterms:W3CDTF">2025-12-13T15:11:02Z</dcterms:modified>
</cp:coreProperties>
</file>