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2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5" d="100"/>
          <a:sy n="105" d="100"/>
        </p:scale>
        <p:origin x="636" y="96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 /><Relationship Id="rId26" Type="http://schemas.openxmlformats.org/officeDocument/2006/relationships/tableStyles" Target="tableStyles.xml" /><Relationship Id="rId2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225437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414983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8C3F231-90FC-4AD6-860F-E78CBA0728EF}" type="datetimeFigureOut">
              <a:rPr lang="en-GB"/>
              <a:t>09/12/2025</a:t>
            </a:fld>
            <a:endParaRPr lang="en-GB"/>
          </a:p>
        </p:txBody>
      </p:sp>
      <p:sp>
        <p:nvSpPr>
          <p:cNvPr id="1056975378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GB"/>
          </a:p>
        </p:txBody>
      </p:sp>
      <p:sp>
        <p:nvSpPr>
          <p:cNvPr id="24013667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10030055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11482637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C7A7C4C-72A8-4D18-B2A9-5D0A7C592121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246A632-A952-9EC0-E7D3-FD0D75693C7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4790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92352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43227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EC6746-85B4-33B9-C734-1FF535253F9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1555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09660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45042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897A1B-9258-D5C6-3539-15C0E8C36B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26016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3377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1077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06A23A-6019-756C-5CAD-D4C4219053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13101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80539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54636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DFB064-0DEB-51CC-1BF6-42078E24405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84008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0318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16829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B934A5-8C9D-9551-0336-3081C54CCF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12524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92874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05163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96B98C-2C4C-EA56-00BD-FFB1F74975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44262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2645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739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20BA85-9447-47A9-9E7F-B1643255A52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51644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57198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32500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65EE04-4BDC-3D59-7ACE-629FAF1C17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65921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1566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77262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4EE5BA-96B1-30C8-C8C0-C3F2C98C5E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50840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84297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5002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5A95B7-8083-06CE-E92E-0F17EA70770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93945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7406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53186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410D38-EC28-E3B8-946B-2BD8068A2C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550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99234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8207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9C2866-36D5-D129-1986-7B77EAAB181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81876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77787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7575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CA8ABD-D5E1-8BFE-2D8F-B7A667B7B77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8A7BA8-B694-2443-45BD-4E27213DAD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63683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16349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4782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B6A451-5423-1F91-473F-AE99A48EA6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05936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45223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39436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037A00-D262-A9B4-905B-785165E571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1844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53454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9475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0243C3-363C-B640-BF0E-86A1F9377A4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43970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7094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48877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46FE4B-416F-943A-8E1B-17FDC49044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44847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28639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79335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D9464E-C3AC-F2EE-B48D-0656F97D98B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621326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73429182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21230449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D9D5CFC-5FD6-460D-8558-8AA8DDCFCF11}" type="datetimeFigureOut">
              <a:rPr lang="en-GB"/>
              <a:t>09/12/2025</a:t>
            </a:fld>
            <a:endParaRPr lang="en-GB"/>
          </a:p>
        </p:txBody>
      </p:sp>
      <p:sp>
        <p:nvSpPr>
          <p:cNvPr id="168717869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90671402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03A5A7C-B091-495C-8FCD-8D77E16D969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402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3814846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56779762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D9D5CFC-5FD6-460D-8558-8AA8DDCFCF11}" type="datetimeFigureOut">
              <a:rPr lang="en-GB"/>
              <a:t>09/12/2025</a:t>
            </a:fld>
            <a:endParaRPr lang="en-GB"/>
          </a:p>
        </p:txBody>
      </p:sp>
      <p:sp>
        <p:nvSpPr>
          <p:cNvPr id="11777557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4843290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03A5A7C-B091-495C-8FCD-8D77E16D969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90385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35683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1601432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D9D5CFC-5FD6-460D-8558-8AA8DDCFCF11}" type="datetimeFigureOut">
              <a:rPr lang="en-GB"/>
              <a:t>09/12/2025</a:t>
            </a:fld>
            <a:endParaRPr lang="en-GB"/>
          </a:p>
        </p:txBody>
      </p:sp>
      <p:sp>
        <p:nvSpPr>
          <p:cNvPr id="16796189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0050829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03A5A7C-B091-495C-8FCD-8D77E16D969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950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828624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09133676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99755796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D9D5CFC-5FD6-460D-8558-8AA8DDCFCF11}" type="datetimeFigureOut">
              <a:rPr lang="en-GB"/>
              <a:t>09/12/2025</a:t>
            </a:fld>
            <a:endParaRPr lang="en-GB"/>
          </a:p>
        </p:txBody>
      </p:sp>
      <p:sp>
        <p:nvSpPr>
          <p:cNvPr id="81106960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4788140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03A5A7C-B091-495C-8FCD-8D77E16D969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313273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44617766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7719217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43934085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1134243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65672495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D9D5CFC-5FD6-460D-8558-8AA8DDCFCF11}" type="datetimeFigureOut">
              <a:rPr lang="en-GB"/>
              <a:t>09/12/2025</a:t>
            </a:fld>
            <a:endParaRPr lang="en-GB"/>
          </a:p>
        </p:txBody>
      </p:sp>
      <p:sp>
        <p:nvSpPr>
          <p:cNvPr id="57732985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5077426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03A5A7C-B091-495C-8FCD-8D77E16D969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68202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2919520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D9D5CFC-5FD6-460D-8558-8AA8DDCFCF11}" type="datetimeFigureOut">
              <a:rPr lang="en-GB"/>
              <a:t>09/12/2025</a:t>
            </a:fld>
            <a:endParaRPr lang="en-GB"/>
          </a:p>
        </p:txBody>
      </p:sp>
      <p:sp>
        <p:nvSpPr>
          <p:cNvPr id="211508419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17642178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03A5A7C-B091-495C-8FCD-8D77E16D969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187134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D9D5CFC-5FD6-460D-8558-8AA8DDCFCF11}" type="datetimeFigureOut">
              <a:rPr lang="en-GB"/>
              <a:t>09/12/2025</a:t>
            </a:fld>
            <a:endParaRPr lang="en-GB"/>
          </a:p>
        </p:txBody>
      </p:sp>
      <p:sp>
        <p:nvSpPr>
          <p:cNvPr id="184608635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73490166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03A5A7C-B091-495C-8FCD-8D77E16D969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81633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74370991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34666885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9917255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D9D5CFC-5FD6-460D-8558-8AA8DDCFCF11}" type="datetimeFigureOut">
              <a:rPr lang="en-GB"/>
              <a:t>09/12/2025</a:t>
            </a:fld>
            <a:endParaRPr lang="en-GB"/>
          </a:p>
        </p:txBody>
      </p:sp>
      <p:sp>
        <p:nvSpPr>
          <p:cNvPr id="43832806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583463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03A5A7C-B091-495C-8FCD-8D77E16D969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009399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21910678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GB"/>
          </a:p>
        </p:txBody>
      </p:sp>
      <p:sp>
        <p:nvSpPr>
          <p:cNvPr id="15483517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2196179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D9D5CFC-5FD6-460D-8558-8AA8DDCFCF11}" type="datetimeFigureOut">
              <a:rPr lang="en-GB"/>
              <a:t>09/12/2025</a:t>
            </a:fld>
            <a:endParaRPr lang="en-GB"/>
          </a:p>
        </p:txBody>
      </p:sp>
      <p:sp>
        <p:nvSpPr>
          <p:cNvPr id="126443511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8250183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03A5A7C-B091-495C-8FCD-8D77E16D969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25124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103596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5640303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D9D5CFC-5FD6-460D-8558-8AA8DDCFCF11}" type="datetimeFigureOut">
              <a:rPr lang="en-GB"/>
              <a:t>09/12/2025</a:t>
            </a:fld>
            <a:endParaRPr lang="en-GB"/>
          </a:p>
        </p:txBody>
      </p:sp>
      <p:sp>
        <p:nvSpPr>
          <p:cNvPr id="173881612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37815180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03A5A7C-B091-495C-8FCD-8D77E16D969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400421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4762639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03366229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D9D5CFC-5FD6-460D-8558-8AA8DDCFCF11}" type="datetimeFigureOut">
              <a:rPr lang="en-GB"/>
              <a:t>09/12/2025</a:t>
            </a:fld>
            <a:endParaRPr lang="en-GB"/>
          </a:p>
        </p:txBody>
      </p:sp>
      <p:sp>
        <p:nvSpPr>
          <p:cNvPr id="117199506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1005748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03A5A7C-B091-495C-8FCD-8D77E16D969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 rotWithShape="1">
          <a:blip r:embed="rId1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80844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8909798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3954559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9D9D5CFC-5FD6-460D-8558-8AA8DDCFCF11}" type="datetimeFigureOut">
              <a:rPr lang="en-GB"/>
              <a:t>09/12/2025</a:t>
            </a:fld>
            <a:endParaRPr lang="en-GB"/>
          </a:p>
        </p:txBody>
      </p:sp>
      <p:sp>
        <p:nvSpPr>
          <p:cNvPr id="170909525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531050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603A5A7C-B091-495C-8FCD-8D77E16D9695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1710669" name="Picture 2" descr="A black background with a black square&#10;&#10;AI-generated content may be incorrect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1225502"/>
            <a:ext cx="12192000" cy="1069571"/>
          </a:xfrm>
          <a:prstGeom prst="rect">
            <a:avLst/>
          </a:prstGeom>
        </p:spPr>
      </p:pic>
      <p:pic>
        <p:nvPicPr>
          <p:cNvPr id="919221791" name="Picture 6" descr="A black background with a black square&#10;&#10;AI-generated content may be incorrect.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0" y="350075"/>
            <a:ext cx="12192000" cy="1282931"/>
          </a:xfrm>
          <a:prstGeom prst="rect">
            <a:avLst/>
          </a:prstGeom>
        </p:spPr>
      </p:pic>
      <p:sp>
        <p:nvSpPr>
          <p:cNvPr id="968057303" name="Rectangle: Rounded Corners 10"/>
          <p:cNvSpPr/>
          <p:nvPr/>
        </p:nvSpPr>
        <p:spPr bwMode="auto">
          <a:xfrm>
            <a:off x="6536900" y="2295073"/>
            <a:ext cx="4216444" cy="2589475"/>
          </a:xfrm>
          <a:prstGeom prst="roundRect">
            <a:avLst>
              <a:gd name="adj" fmla="val 11546"/>
            </a:avLst>
          </a:prstGeom>
          <a:blipFill rotWithShape="1">
            <a:blip r:embed="rId5"/>
            <a:stretch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728918280" name="Rectangle: Rounded Corners 11"/>
          <p:cNvSpPr/>
          <p:nvPr/>
        </p:nvSpPr>
        <p:spPr bwMode="auto">
          <a:xfrm>
            <a:off x="1438126" y="2295073"/>
            <a:ext cx="4761506" cy="2589475"/>
          </a:xfrm>
          <a:prstGeom prst="roundRect">
            <a:avLst>
              <a:gd name="adj" fmla="val 12252"/>
            </a:avLst>
          </a:prstGeom>
          <a:blipFill rotWithShape="1">
            <a:blip r:embed="rId6"/>
            <a:stretch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809237833" name="TextBox 12"/>
          <p:cNvSpPr txBox="1"/>
          <p:nvPr/>
        </p:nvSpPr>
        <p:spPr bwMode="auto">
          <a:xfrm>
            <a:off x="2930676" y="5032332"/>
            <a:ext cx="6334965" cy="1189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 b="1">
                <a:latin typeface="Times New Roman"/>
                <a:cs typeface="Times New Roman"/>
              </a:rPr>
              <a:t>Course Title: </a:t>
            </a:r>
            <a:r>
              <a:rPr lang="en-GB" sz="2400">
                <a:latin typeface="Times New Roman"/>
                <a:cs typeface="Times New Roman"/>
              </a:rPr>
              <a:t>Computer Fundamentals</a:t>
            </a:r>
            <a:endParaRPr lang="en-US" sz="2400">
              <a:latin typeface="Times New Roman"/>
              <a:cs typeface="Times New Roman"/>
            </a:endParaRPr>
          </a:p>
          <a:p>
            <a:pPr algn="ctr">
              <a:defRPr/>
            </a:pPr>
            <a:r>
              <a:rPr lang="en-US" sz="2400" b="1">
                <a:latin typeface="Times New Roman"/>
                <a:cs typeface="Times New Roman"/>
              </a:rPr>
              <a:t>Course Code: </a:t>
            </a:r>
            <a:r>
              <a:rPr lang="en-US" sz="2400">
                <a:latin typeface="Times New Roman"/>
                <a:cs typeface="Times New Roman"/>
              </a:rPr>
              <a:t>SE 111</a:t>
            </a:r>
            <a:endParaRPr/>
          </a:p>
          <a:p>
            <a:pPr algn="ctr">
              <a:defRPr/>
            </a:pPr>
            <a:r>
              <a:rPr lang="en-US" sz="2400" b="1">
                <a:latin typeface="Times New Roman"/>
                <a:cs typeface="Times New Roman"/>
              </a:rPr>
              <a:t>Teacher: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>
                <a:latin typeface="Times New Roman"/>
                <a:cs typeface="Times New Roman"/>
              </a:rPr>
              <a:t>Donald Trump</a:t>
            </a:r>
            <a:endParaRPr lang="en-US"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1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1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1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1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1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1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1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1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1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1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1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1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1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1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1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1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1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20</Slides>
  <Notes>20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oceanmallik</dc:creator>
  <cp:lastModifiedBy/>
  <cp:revision>98</cp:revision>
  <dcterms:created xsi:type="dcterms:W3CDTF">2025-12-09T14:02:28Z</dcterms:created>
  <dcterms:modified xsi:type="dcterms:W3CDTF">2026-05-16T15:01:29Z</dcterms:modified>
</cp:coreProperties>
</file>