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97B"/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Bin Asif" userId="d79d4f5ed9212e64" providerId="LiveId" clId="{BC02299A-33D2-47E4-8610-7A34DD12EF59}"/>
    <pc:docChg chg="undo redo custSel addSld delSld modSld modMainMaster">
      <pc:chgData name="Mohammed Bin Asif" userId="d79d4f5ed9212e64" providerId="LiveId" clId="{BC02299A-33D2-47E4-8610-7A34DD12EF59}" dt="2025-11-24T15:40:34.613" v="2312" actId="27918"/>
      <pc:docMkLst>
        <pc:docMk/>
      </pc:docMkLst>
      <pc:sldChg chg="addSp delSp modSp mod setBg modClrScheme chgLayout">
        <pc:chgData name="Mohammed Bin Asif" userId="d79d4f5ed9212e64" providerId="LiveId" clId="{BC02299A-33D2-47E4-8610-7A34DD12EF59}" dt="2025-11-24T11:30:50.488" v="1656"/>
        <pc:sldMkLst>
          <pc:docMk/>
          <pc:sldMk cId="2200708876" sldId="256"/>
        </pc:sldMkLst>
        <pc:spChg chg="mod ord">
          <ac:chgData name="Mohammed Bin Asif" userId="d79d4f5ed9212e64" providerId="LiveId" clId="{BC02299A-33D2-47E4-8610-7A34DD12EF59}" dt="2025-11-23T18:49:30.653" v="1316" actId="404"/>
          <ac:spMkLst>
            <pc:docMk/>
            <pc:sldMk cId="2200708876" sldId="256"/>
            <ac:spMk id="2" creationId="{2AA1AA54-C7DB-49CA-9789-ABA7A9A984E9}"/>
          </ac:spMkLst>
        </pc:spChg>
        <pc:spChg chg="del mod ord">
          <ac:chgData name="Mohammed Bin Asif" userId="d79d4f5ed9212e64" providerId="LiveId" clId="{BC02299A-33D2-47E4-8610-7A34DD12EF59}" dt="2025-11-23T18:15:14.939" v="986" actId="478"/>
          <ac:spMkLst>
            <pc:docMk/>
            <pc:sldMk cId="2200708876" sldId="256"/>
            <ac:spMk id="3" creationId="{3C9FFFF3-6466-4D1F-BF91-F36961978109}"/>
          </ac:spMkLst>
        </pc:spChg>
        <pc:spChg chg="mod">
          <ac:chgData name="Mohammed Bin Asif" userId="d79d4f5ed9212e64" providerId="LiveId" clId="{BC02299A-33D2-47E4-8610-7A34DD12EF59}" dt="2025-11-23T17:07:07.502" v="10" actId="208"/>
          <ac:spMkLst>
            <pc:docMk/>
            <pc:sldMk cId="2200708876" sldId="256"/>
            <ac:spMk id="4" creationId="{884AB295-9F50-44DD-B0EB-52C14A34E738}"/>
          </ac:spMkLst>
        </pc:spChg>
        <pc:spChg chg="mod modVis">
          <ac:chgData name="Mohammed Bin Asif" userId="d79d4f5ed9212e64" providerId="LiveId" clId="{BC02299A-33D2-47E4-8610-7A34DD12EF59}" dt="2025-11-23T17:07:12.673" v="11" actId="208"/>
          <ac:spMkLst>
            <pc:docMk/>
            <pc:sldMk cId="2200708876" sldId="256"/>
            <ac:spMk id="11" creationId="{0C205FAE-21A2-46E4-A015-B897C125B96D}"/>
          </ac:spMkLst>
        </pc:spChg>
        <pc:spChg chg="add del mod">
          <ac:chgData name="Mohammed Bin Asif" userId="d79d4f5ed9212e64" providerId="LiveId" clId="{BC02299A-33D2-47E4-8610-7A34DD12EF59}" dt="2025-11-23T17:12:22.143" v="22" actId="21"/>
          <ac:spMkLst>
            <pc:docMk/>
            <pc:sldMk cId="2200708876" sldId="256"/>
            <ac:spMk id="12" creationId="{7EC54C01-10F1-4B51-AF30-10811AD788B3}"/>
          </ac:spMkLst>
        </pc:spChg>
        <pc:spChg chg="add del mod">
          <ac:chgData name="Mohammed Bin Asif" userId="d79d4f5ed9212e64" providerId="LiveId" clId="{BC02299A-33D2-47E4-8610-7A34DD12EF59}" dt="2025-11-23T17:28:32.432" v="463" actId="11529"/>
          <ac:spMkLst>
            <pc:docMk/>
            <pc:sldMk cId="2200708876" sldId="256"/>
            <ac:spMk id="23" creationId="{8840BB61-4454-46B6-9258-0C9458CE084F}"/>
          </ac:spMkLst>
        </pc:spChg>
        <pc:spChg chg="add mod">
          <ac:chgData name="Mohammed Bin Asif" userId="d79d4f5ed9212e64" providerId="LiveId" clId="{BC02299A-33D2-47E4-8610-7A34DD12EF59}" dt="2025-11-23T18:48:00.892" v="1294" actId="1076"/>
          <ac:spMkLst>
            <pc:docMk/>
            <pc:sldMk cId="2200708876" sldId="256"/>
            <ac:spMk id="25" creationId="{ED8976EA-C354-42AC-BDBB-8BAF26D942B9}"/>
          </ac:spMkLst>
        </pc:spChg>
        <pc:spChg chg="add del mod ord">
          <ac:chgData name="Mohammed Bin Asif" userId="d79d4f5ed9212e64" providerId="LiveId" clId="{BC02299A-33D2-47E4-8610-7A34DD12EF59}" dt="2025-11-24T11:22:58.786" v="1640" actId="115"/>
          <ac:spMkLst>
            <pc:docMk/>
            <pc:sldMk cId="2200708876" sldId="256"/>
            <ac:spMk id="27" creationId="{1B1622CB-8550-463E-AEB1-C2EB2FCFC418}"/>
          </ac:spMkLst>
        </pc:spChg>
        <pc:spChg chg="add del mod ord">
          <ac:chgData name="Mohammed Bin Asif" userId="d79d4f5ed9212e64" providerId="LiveId" clId="{BC02299A-33D2-47E4-8610-7A34DD12EF59}" dt="2025-11-23T18:17:10.158" v="992" actId="700"/>
          <ac:spMkLst>
            <pc:docMk/>
            <pc:sldMk cId="2200708876" sldId="256"/>
            <ac:spMk id="28" creationId="{AB7C5355-DC53-411F-A50A-808459DBF8DF}"/>
          </ac:spMkLst>
        </pc:spChg>
        <pc:spChg chg="add del mod ord">
          <ac:chgData name="Mohammed Bin Asif" userId="d79d4f5ed9212e64" providerId="LiveId" clId="{BC02299A-33D2-47E4-8610-7A34DD12EF59}" dt="2025-11-23T18:17:10.158" v="992" actId="700"/>
          <ac:spMkLst>
            <pc:docMk/>
            <pc:sldMk cId="2200708876" sldId="256"/>
            <ac:spMk id="29" creationId="{F32EF280-4700-4C5B-845D-FDAAF2D7E973}"/>
          </ac:spMkLst>
        </pc:spChg>
        <pc:cxnChg chg="add del mod">
          <ac:chgData name="Mohammed Bin Asif" userId="d79d4f5ed9212e64" providerId="LiveId" clId="{BC02299A-33D2-47E4-8610-7A34DD12EF59}" dt="2025-11-23T17:18:35.601" v="55" actId="1076"/>
          <ac:cxnSpMkLst>
            <pc:docMk/>
            <pc:sldMk cId="2200708876" sldId="256"/>
            <ac:cxnSpMk id="14" creationId="{4D2698C4-E53C-456A-97C9-317FB3E75DF0}"/>
          </ac:cxnSpMkLst>
        </pc:cxnChg>
        <pc:cxnChg chg="add mod">
          <ac:chgData name="Mohammed Bin Asif" userId="d79d4f5ed9212e64" providerId="LiveId" clId="{BC02299A-33D2-47E4-8610-7A34DD12EF59}" dt="2025-11-23T17:18:11.798" v="54" actId="1076"/>
          <ac:cxnSpMkLst>
            <pc:docMk/>
            <pc:sldMk cId="2200708876" sldId="256"/>
            <ac:cxnSpMk id="21" creationId="{94BBA957-A169-49B6-94C5-F2CC983BA1B1}"/>
          </ac:cxnSpMkLst>
        </pc:cxnChg>
        <pc:cxnChg chg="add mod">
          <ac:chgData name="Mohammed Bin Asif" userId="d79d4f5ed9212e64" providerId="LiveId" clId="{BC02299A-33D2-47E4-8610-7A34DD12EF59}" dt="2025-11-23T17:26:45.407" v="449"/>
          <ac:cxnSpMkLst>
            <pc:docMk/>
            <pc:sldMk cId="2200708876" sldId="256"/>
            <ac:cxnSpMk id="22" creationId="{2B183F0E-F1F2-4786-9C76-A9483C7887FC}"/>
          </ac:cxnSpMkLst>
        </pc:cxnChg>
      </pc:sldChg>
      <pc:sldChg chg="addSp delSp modSp new mod setBg">
        <pc:chgData name="Mohammed Bin Asif" userId="d79d4f5ed9212e64" providerId="LiveId" clId="{BC02299A-33D2-47E4-8610-7A34DD12EF59}" dt="2025-11-24T15:40:34.613" v="2312" actId="27918"/>
        <pc:sldMkLst>
          <pc:docMk/>
          <pc:sldMk cId="2047237846" sldId="257"/>
        </pc:sldMkLst>
        <pc:spChg chg="mod">
          <ac:chgData name="Mohammed Bin Asif" userId="d79d4f5ed9212e64" providerId="LiveId" clId="{BC02299A-33D2-47E4-8610-7A34DD12EF59}" dt="2025-11-24T15:36:31.620" v="2303" actId="1076"/>
          <ac:spMkLst>
            <pc:docMk/>
            <pc:sldMk cId="2047237846" sldId="257"/>
            <ac:spMk id="2" creationId="{837470EC-4128-4FB3-A373-41E264263136}"/>
          </ac:spMkLst>
        </pc:spChg>
        <pc:spChg chg="mod">
          <ac:chgData name="Mohammed Bin Asif" userId="d79d4f5ed9212e64" providerId="LiveId" clId="{BC02299A-33D2-47E4-8610-7A34DD12EF59}" dt="2025-11-24T15:36:23.432" v="2302" actId="1076"/>
          <ac:spMkLst>
            <pc:docMk/>
            <pc:sldMk cId="2047237846" sldId="257"/>
            <ac:spMk id="3" creationId="{0B995801-6B25-40E3-B952-A608DDAA1971}"/>
          </ac:spMkLst>
        </pc:spChg>
        <pc:spChg chg="add mod">
          <ac:chgData name="Mohammed Bin Asif" userId="d79d4f5ed9212e64" providerId="LiveId" clId="{BC02299A-33D2-47E4-8610-7A34DD12EF59}" dt="2025-11-24T14:22:02.472" v="2153" actId="20577"/>
          <ac:spMkLst>
            <pc:docMk/>
            <pc:sldMk cId="2047237846" sldId="257"/>
            <ac:spMk id="4" creationId="{82F3AB3D-2644-43D1-BCF7-204F50DC488D}"/>
          </ac:spMkLst>
        </pc:spChg>
        <pc:spChg chg="add del mod">
          <ac:chgData name="Mohammed Bin Asif" userId="d79d4f5ed9212e64" providerId="LiveId" clId="{BC02299A-33D2-47E4-8610-7A34DD12EF59}" dt="2025-11-24T13:21:57.879" v="1927" actId="21"/>
          <ac:spMkLst>
            <pc:docMk/>
            <pc:sldMk cId="2047237846" sldId="257"/>
            <ac:spMk id="5" creationId="{AC20BA25-C824-4B3E-8239-8846CFAFD7A9}"/>
          </ac:spMkLst>
        </pc:spChg>
        <pc:spChg chg="add del mod">
          <ac:chgData name="Mohammed Bin Asif" userId="d79d4f5ed9212e64" providerId="LiveId" clId="{BC02299A-33D2-47E4-8610-7A34DD12EF59}" dt="2025-11-24T13:22:23.130" v="1932" actId="21"/>
          <ac:spMkLst>
            <pc:docMk/>
            <pc:sldMk cId="2047237846" sldId="257"/>
            <ac:spMk id="6" creationId="{F2305B8E-4417-4D55-B1EF-945F5FD0DF20}"/>
          </ac:spMkLst>
        </pc:spChg>
        <pc:spChg chg="add del mod">
          <ac:chgData name="Mohammed Bin Asif" userId="d79d4f5ed9212e64" providerId="LiveId" clId="{BC02299A-33D2-47E4-8610-7A34DD12EF59}" dt="2025-11-24T13:24:02.145" v="1945" actId="21"/>
          <ac:spMkLst>
            <pc:docMk/>
            <pc:sldMk cId="2047237846" sldId="257"/>
            <ac:spMk id="7" creationId="{291B6157-973B-456E-AC67-E888BAA45B4C}"/>
          </ac:spMkLst>
        </pc:spChg>
        <pc:spChg chg="add del mod">
          <ac:chgData name="Mohammed Bin Asif" userId="d79d4f5ed9212e64" providerId="LiveId" clId="{BC02299A-33D2-47E4-8610-7A34DD12EF59}" dt="2025-11-24T13:24:06.288" v="1946" actId="21"/>
          <ac:spMkLst>
            <pc:docMk/>
            <pc:sldMk cId="2047237846" sldId="257"/>
            <ac:spMk id="8" creationId="{FC509CF0-78B7-4B35-9780-962D25985C43}"/>
          </ac:spMkLst>
        </pc:spChg>
        <pc:spChg chg="add mod">
          <ac:chgData name="Mohammed Bin Asif" userId="d79d4f5ed9212e64" providerId="LiveId" clId="{BC02299A-33D2-47E4-8610-7A34DD12EF59}" dt="2025-11-24T14:25:53.457" v="2157" actId="207"/>
          <ac:spMkLst>
            <pc:docMk/>
            <pc:sldMk cId="2047237846" sldId="257"/>
            <ac:spMk id="9" creationId="{F46BD2F3-C646-4C5B-87AA-91651F996EA5}"/>
          </ac:spMkLst>
        </pc:spChg>
        <pc:spChg chg="add mod">
          <ac:chgData name="Mohammed Bin Asif" userId="d79d4f5ed9212e64" providerId="LiveId" clId="{BC02299A-33D2-47E4-8610-7A34DD12EF59}" dt="2025-11-24T14:22:14.504" v="2155" actId="20577"/>
          <ac:spMkLst>
            <pc:docMk/>
            <pc:sldMk cId="2047237846" sldId="257"/>
            <ac:spMk id="10" creationId="{67BCC9CF-5DF8-4E49-AB98-9FC8387157D0}"/>
          </ac:spMkLst>
        </pc:spChg>
        <pc:spChg chg="add del">
          <ac:chgData name="Mohammed Bin Asif" userId="d79d4f5ed9212e64" providerId="LiveId" clId="{BC02299A-33D2-47E4-8610-7A34DD12EF59}" dt="2025-11-24T14:37:21.654" v="2159"/>
          <ac:spMkLst>
            <pc:docMk/>
            <pc:sldMk cId="2047237846" sldId="257"/>
            <ac:spMk id="11" creationId="{95CDED0A-3FF0-4314-B72E-433717CD1EFF}"/>
          </ac:spMkLst>
        </pc:spChg>
        <pc:spChg chg="add del mod">
          <ac:chgData name="Mohammed Bin Asif" userId="d79d4f5ed9212e64" providerId="LiveId" clId="{BC02299A-33D2-47E4-8610-7A34DD12EF59}" dt="2025-11-24T15:13:36.408" v="2239" actId="21"/>
          <ac:spMkLst>
            <pc:docMk/>
            <pc:sldMk cId="2047237846" sldId="257"/>
            <ac:spMk id="21" creationId="{6277A051-7037-48AB-9CBC-452EEE529996}"/>
          </ac:spMkLst>
        </pc:spChg>
        <pc:graphicFrameChg chg="add del mod">
          <ac:chgData name="Mohammed Bin Asif" userId="d79d4f5ed9212e64" providerId="LiveId" clId="{BC02299A-33D2-47E4-8610-7A34DD12EF59}" dt="2025-11-24T15:00:16.412" v="2198" actId="1957"/>
          <ac:graphicFrameMkLst>
            <pc:docMk/>
            <pc:sldMk cId="2047237846" sldId="257"/>
            <ac:graphicFrameMk id="14" creationId="{EE552D81-8D9C-4A10-9638-A30A82728DA5}"/>
          </ac:graphicFrameMkLst>
        </pc:graphicFrameChg>
        <pc:graphicFrameChg chg="add del mod">
          <ac:chgData name="Mohammed Bin Asif" userId="d79d4f5ed9212e64" providerId="LiveId" clId="{BC02299A-33D2-47E4-8610-7A34DD12EF59}" dt="2025-11-24T15:00:54.162" v="2203" actId="1957"/>
          <ac:graphicFrameMkLst>
            <pc:docMk/>
            <pc:sldMk cId="2047237846" sldId="257"/>
            <ac:graphicFrameMk id="17" creationId="{40B49620-034A-4E72-8831-03B5A5D1850B}"/>
          </ac:graphicFrameMkLst>
        </pc:graphicFrameChg>
        <pc:graphicFrameChg chg="add del mod">
          <ac:chgData name="Mohammed Bin Asif" userId="d79d4f5ed9212e64" providerId="LiveId" clId="{BC02299A-33D2-47E4-8610-7A34DD12EF59}" dt="2025-11-24T15:05:47.094" v="2232" actId="1957"/>
          <ac:graphicFrameMkLst>
            <pc:docMk/>
            <pc:sldMk cId="2047237846" sldId="257"/>
            <ac:graphicFrameMk id="20" creationId="{143C31CE-25FC-4563-9F71-7CAF9EAB7E22}"/>
          </ac:graphicFrameMkLst>
        </pc:graphicFrameChg>
        <pc:graphicFrameChg chg="add mod">
          <ac:chgData name="Mohammed Bin Asif" userId="d79d4f5ed9212e64" providerId="LiveId" clId="{BC02299A-33D2-47E4-8610-7A34DD12EF59}" dt="2025-11-24T15:36:55.050" v="2305" actId="1076"/>
          <ac:graphicFrameMkLst>
            <pc:docMk/>
            <pc:sldMk cId="2047237846" sldId="257"/>
            <ac:graphicFrameMk id="24" creationId="{A0FE2428-B3D4-478B-A4B1-E6190056090E}"/>
          </ac:graphicFrameMkLst>
        </pc:graphicFrameChg>
      </pc:sldChg>
      <pc:sldChg chg="addSp new add del mod">
        <pc:chgData name="Mohammed Bin Asif" userId="d79d4f5ed9212e64" providerId="LiveId" clId="{BC02299A-33D2-47E4-8610-7A34DD12EF59}" dt="2025-11-24T15:00:18.653" v="2200" actId="2696"/>
        <pc:sldMkLst>
          <pc:docMk/>
          <pc:sldMk cId="555669391" sldId="258"/>
        </pc:sldMkLst>
        <pc:spChg chg="add">
          <ac:chgData name="Mohammed Bin Asif" userId="d79d4f5ed9212e64" providerId="LiveId" clId="{BC02299A-33D2-47E4-8610-7A34DD12EF59}" dt="2025-11-24T14:37:54.580" v="2161" actId="11529"/>
          <ac:spMkLst>
            <pc:docMk/>
            <pc:sldMk cId="555669391" sldId="258"/>
            <ac:spMk id="4" creationId="{5CDCDA9A-EEA3-42DA-AC9A-B0C1C2AE1CFA}"/>
          </ac:spMkLst>
        </pc:spChg>
        <pc:spChg chg="add">
          <ac:chgData name="Mohammed Bin Asif" userId="d79d4f5ed9212e64" providerId="LiveId" clId="{BC02299A-33D2-47E4-8610-7A34DD12EF59}" dt="2025-11-24T14:38:03.636" v="2162"/>
          <ac:spMkLst>
            <pc:docMk/>
            <pc:sldMk cId="555669391" sldId="258"/>
            <ac:spMk id="5" creationId="{BC9A5C68-11A6-4FD6-92FD-8DEDB13D4571}"/>
          </ac:spMkLst>
        </pc:spChg>
      </pc:sldChg>
      <pc:sldChg chg="add del setBg">
        <pc:chgData name="Mohammed Bin Asif" userId="d79d4f5ed9212e64" providerId="LiveId" clId="{BC02299A-33D2-47E4-8610-7A34DD12EF59}" dt="2025-11-24T11:23:53.147" v="1643" actId="2696"/>
        <pc:sldMkLst>
          <pc:docMk/>
          <pc:sldMk cId="2183163667" sldId="258"/>
        </pc:sldMkLst>
      </pc:sldChg>
      <pc:sldMasterChg chg="setBg modSldLayout">
        <pc:chgData name="Mohammed Bin Asif" userId="d79d4f5ed9212e64" providerId="LiveId" clId="{BC02299A-33D2-47E4-8610-7A34DD12EF59}" dt="2025-11-24T11:30:50.488" v="1656"/>
        <pc:sldMasterMkLst>
          <pc:docMk/>
          <pc:sldMasterMk cId="4275242181" sldId="2147483648"/>
        </pc:sldMasterMkLst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1436250863" sldId="2147483649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63503784" sldId="2147483650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2663883697" sldId="2147483651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2708765202" sldId="2147483652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511096483" sldId="2147483653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1270369731" sldId="2147483654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4195104361" sldId="2147483655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1678838024" sldId="2147483656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134645690" sldId="2147483657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3128579611" sldId="2147483658"/>
          </pc:sldLayoutMkLst>
        </pc:sldLayoutChg>
        <pc:sldLayoutChg chg="setBg">
          <pc:chgData name="Mohammed Bin Asif" userId="d79d4f5ed9212e64" providerId="LiveId" clId="{BC02299A-33D2-47E4-8610-7A34DD12EF59}" dt="2025-11-24T11:30:50.488" v="1656"/>
          <pc:sldLayoutMkLst>
            <pc:docMk/>
            <pc:sldMasterMk cId="4275242181" sldId="2147483648"/>
            <pc:sldLayoutMk cId="2338028858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Over Population</c:v>
                </c:pt>
                <c:pt idx="1">
                  <c:v>Rapid urbanization</c:v>
                </c:pt>
                <c:pt idx="2">
                  <c:v>Migrated urban dwellers</c:v>
                </c:pt>
                <c:pt idx="3">
                  <c:v>Sewage</c:v>
                </c:pt>
                <c:pt idx="4">
                  <c:v>Waste dumping</c:v>
                </c:pt>
                <c:pt idx="5">
                  <c:v>Oil pollution</c:v>
                </c:pt>
                <c:pt idx="6">
                  <c:v>River dumping </c:v>
                </c:pt>
                <c:pt idx="7">
                  <c:v>Marine dumping 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15.4</c:v>
                </c:pt>
                <c:pt idx="1">
                  <c:v>10.8</c:v>
                </c:pt>
                <c:pt idx="2">
                  <c:v>1.5</c:v>
                </c:pt>
                <c:pt idx="3">
                  <c:v>23.6</c:v>
                </c:pt>
                <c:pt idx="4">
                  <c:v>37.9</c:v>
                </c:pt>
                <c:pt idx="5">
                  <c:v>0.5</c:v>
                </c:pt>
                <c:pt idx="6">
                  <c:v>8.6999999999999993</c:v>
                </c:pt>
                <c:pt idx="7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5F7-4EC0-A913-76F85132B4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23446079"/>
        <c:axId val="79951183"/>
      </c:lineChart>
      <c:catAx>
        <c:axId val="3234460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cap="all" baseline="0">
                    <a:solidFill>
                      <a:schemeClr val="bg1">
                        <a:lumMod val="9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>
                    <a:solidFill>
                      <a:schemeClr val="bg1">
                        <a:lumMod val="95000"/>
                      </a:schemeClr>
                    </a:solidFill>
                  </a:rPr>
                  <a:t>SOURCES OF WATER POLLUTION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1" i="0" u="none" strike="noStrike" kern="1200" cap="all" baseline="0">
                  <a:solidFill>
                    <a:schemeClr val="bg1">
                      <a:lumMod val="9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51183"/>
        <c:crosses val="autoZero"/>
        <c:auto val="1"/>
        <c:lblAlgn val="ctr"/>
        <c:lblOffset val="100"/>
        <c:noMultiLvlLbl val="0"/>
      </c:catAx>
      <c:valAx>
        <c:axId val="799511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cap="all" baseline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PERCENTAGE</a:t>
                </a:r>
                <a:r>
                  <a:rPr lang="en-US" sz="1400" baseline="0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WATER POLLUTIUN</a:t>
                </a:r>
                <a:endParaRPr lang="en-US" sz="1400" dirty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c:rich>
          </c:tx>
          <c:layout>
            <c:manualLayout>
              <c:xMode val="edge"/>
              <c:yMode val="edge"/>
              <c:x val="5.8148594536260381E-3"/>
              <c:y val="0.111320530310600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cap="all" baseline="0">
                  <a:solidFill>
                    <a:schemeClr val="bg1">
                      <a:lumMod val="9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34460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B18D-CF0E-4A4A-BEB8-3B7F6A8F6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EE64F2-0040-496D-85D7-73F3A55569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58104-32F1-4A58-B9F2-6E3E94E2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EBDEC-9366-4993-9570-87536029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4C2DE-E52D-4F3D-B9EA-0B72A9C4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25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DB758-8017-437F-A93E-08F54925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64368-B993-425C-82C0-6A0090C4C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66D85-135E-4DCF-AD53-57CA36F8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55B1F-3806-47F9-BD7A-6D70F5918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92804-2C99-41FD-BA3D-C8224EA3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D93B5-AEFF-49C3-A410-3B4226AE7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C8C00-4109-4118-B778-A75AD6DAA3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2912-B54B-46DC-916C-C6AEA1C83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691B6-4292-4F4B-BD7A-CD38464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4E5CA-313B-460E-A477-712DE714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83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114D4-D7D2-428C-AFBE-CF7ACD9C0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21266-4B92-4E24-A0C9-0C1492AE1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EF921-7ED7-440B-8CD9-1D9AE315C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2F191-D07F-44D7-8D6F-0869DA28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968FF-4B73-4F2C-9A0B-DBD4F7EF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76427-9718-46BB-938C-726B2558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76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3428-6709-43A6-B420-A5167A209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D5572-B3EA-4109-A441-BF4ED8C45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2618B-02ED-49DE-9336-BFA70593B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B2E85D-C44E-4BB0-890B-F9C6DE3E6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1A905D-B376-4B9E-A7E1-96F84ACE0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20C936-0185-4A69-853D-040599E93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1B045D-019E-47FD-BDFA-0128E8C95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7F3A5E-BEF4-414B-BED4-17F35734D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096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85BE-9397-4575-8CDE-9F8B701F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1C5AD-B1EA-430F-A67D-4899FBD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CE3AA-5B3E-448A-980F-D029D69D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F311B-425B-46A4-BC02-388E4C9FD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69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0B4FB-01C2-46E8-A366-9C55B3977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934EA-A83C-43D1-8AD5-D299EBE48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DAE38-5ABA-4C8E-B62B-A2008048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0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186EE-E69E-432B-A2BB-2D5E2829E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5F8E-4D3D-432C-92AF-88BBDA06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0EDA9-A42A-4273-B2F9-A99F4FDEA8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E705E-4C7D-40E7-899C-3700BCD9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771EC-76A8-4436-9106-42B2BC1B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83A48F-4C20-4151-B9FB-8639256E1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38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531C2-6DD4-4E3B-BF9C-08F2CE369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F8F648-B1B4-4C63-B0D9-7D6E08106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3006F-B241-4298-BA0C-899BFEA84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3BFCA-FF81-4C69-B2F9-63529DB8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7CAC8-07B9-482F-ADC6-BB7CE9056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B37561-4D1C-4762-8467-2DA04D5A1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4D9E-56A0-4484-A972-A603B9691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64735-F646-4D88-9FAB-150E2F2C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7CA4D-3BB9-4544-B461-83B16E21C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B5BD1-2462-45D0-98DB-DB5ED3581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B2F1E-C3F8-4204-AD87-2312EEC3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7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62634-7F73-494F-8876-80E5477F9F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82A3F-63ED-4A6E-8A71-37ED61B6D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D7B9-721C-46B6-98DA-D7FF53262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0B5C-E3A1-4147-A832-92DDE134F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24714-C345-41FB-B494-DF5B1DA3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02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6000">
              <a:schemeClr val="tx2">
                <a:lumMod val="75000"/>
              </a:schemeClr>
            </a:gs>
            <a:gs pos="86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1F4DD-D73A-4B1E-962F-0FF4E1F9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2B8E8-662C-489A-B81D-DC015681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F0F2A-BB69-4FE7-B23B-7B12BE7C15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1AAE2-81D2-4651-BF08-9AEE14EB0B78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D1306-E317-4683-872D-9117E3D5A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A983F-1E6B-4A5E-9773-E891BAA12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56E9D-C9D0-423E-A06C-41DE008D66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42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3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24000">
              <a:schemeClr val="accent1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6CD888-C2CB-4484-993E-AD65A4635277}"/>
              </a:ext>
            </a:extLst>
          </p:cNvPr>
          <p:cNvSpPr txBox="1"/>
          <p:nvPr/>
        </p:nvSpPr>
        <p:spPr>
          <a:xfrm>
            <a:off x="512619" y="1437572"/>
            <a:ext cx="5860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sources of water pollution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BDEC4-AB2C-4BB8-B03D-D399E207FD90}"/>
              </a:ext>
            </a:extLst>
          </p:cNvPr>
          <p:cNvSpPr txBox="1"/>
          <p:nvPr/>
        </p:nvSpPr>
        <p:spPr>
          <a:xfrm>
            <a:off x="803562" y="1942051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93D18-81D0-4222-8921-30C27E44FE65}"/>
              </a:ext>
            </a:extLst>
          </p:cNvPr>
          <p:cNvSpPr txBox="1"/>
          <p:nvPr/>
        </p:nvSpPr>
        <p:spPr>
          <a:xfrm>
            <a:off x="803562" y="2009136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E8D37-EC83-40D9-BCA1-26B11A11AE50}"/>
              </a:ext>
            </a:extLst>
          </p:cNvPr>
          <p:cNvSpPr txBox="1"/>
          <p:nvPr/>
        </p:nvSpPr>
        <p:spPr>
          <a:xfrm>
            <a:off x="803562" y="2076221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909FA-138F-4588-9142-307BAFD95508}"/>
              </a:ext>
            </a:extLst>
          </p:cNvPr>
          <p:cNvSpPr txBox="1"/>
          <p:nvPr/>
        </p:nvSpPr>
        <p:spPr>
          <a:xfrm>
            <a:off x="706580" y="2045279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Industrial waste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2EEFC-219C-46FB-8603-8DDE2FD24E0C}"/>
              </a:ext>
            </a:extLst>
          </p:cNvPr>
          <p:cNvSpPr txBox="1"/>
          <p:nvPr/>
        </p:nvSpPr>
        <p:spPr>
          <a:xfrm>
            <a:off x="706580" y="2557378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Domestic waste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7094C6-D023-4A2D-88A8-280E65A3C9B0}"/>
              </a:ext>
            </a:extLst>
          </p:cNvPr>
          <p:cNvSpPr txBox="1"/>
          <p:nvPr/>
        </p:nvSpPr>
        <p:spPr>
          <a:xfrm>
            <a:off x="706580" y="3069477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runoff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C9F3A6-1BC8-461A-A0BC-A0C0B6B61A1E}"/>
              </a:ext>
            </a:extLst>
          </p:cNvPr>
          <p:cNvSpPr txBox="1"/>
          <p:nvPr/>
        </p:nvSpPr>
        <p:spPr>
          <a:xfrm>
            <a:off x="706580" y="3581576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Arsenic contamination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BA9C9-1C83-492C-80A6-C9E3AEE560EA}"/>
              </a:ext>
            </a:extLst>
          </p:cNvPr>
          <p:cNvSpPr txBox="1"/>
          <p:nvPr/>
        </p:nvSpPr>
        <p:spPr>
          <a:xfrm>
            <a:off x="706580" y="4093674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Climate change impacts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16882-240C-4F93-ADA7-AAFB6C416C43}"/>
              </a:ext>
            </a:extLst>
          </p:cNvPr>
          <p:cNvSpPr/>
          <p:nvPr/>
        </p:nvSpPr>
        <p:spPr>
          <a:xfrm>
            <a:off x="2431989" y="224135"/>
            <a:ext cx="6552179" cy="92333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rgbClr val="222A35"/>
            </a:solidFill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>
                    <a:lumMod val="8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WATER POLLUTION</a:t>
            </a:r>
          </a:p>
        </p:txBody>
      </p:sp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F3F9E7C6-B398-47B6-991F-F19F5B5B42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1721709"/>
              </p:ext>
            </p:extLst>
          </p:nvPr>
        </p:nvGraphicFramePr>
        <p:xfrm>
          <a:off x="4627416" y="2311383"/>
          <a:ext cx="7204368" cy="4168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DAB3DFD9-21B9-4411-A596-D431FAC5C04C}"/>
              </a:ext>
            </a:extLst>
          </p:cNvPr>
          <p:cNvSpPr txBox="1"/>
          <p:nvPr/>
        </p:nvSpPr>
        <p:spPr>
          <a:xfrm>
            <a:off x="706580" y="4605773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Sewage Discharge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84D7E5-4D1D-4CE1-B4C8-8ED45911AE86}"/>
              </a:ext>
            </a:extLst>
          </p:cNvPr>
          <p:cNvSpPr txBox="1"/>
          <p:nvPr/>
        </p:nvSpPr>
        <p:spPr>
          <a:xfrm>
            <a:off x="706580" y="5117872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Dumping (Solid Waste)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980599-DC62-483B-A8CF-0BF297E84444}"/>
              </a:ext>
            </a:extLst>
          </p:cNvPr>
          <p:cNvSpPr txBox="1"/>
          <p:nvPr/>
        </p:nvSpPr>
        <p:spPr>
          <a:xfrm>
            <a:off x="706580" y="5629971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River Dumping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571F81-4593-47B4-99E2-F6FFB793CA1D}"/>
              </a:ext>
            </a:extLst>
          </p:cNvPr>
          <p:cNvSpPr txBox="1"/>
          <p:nvPr/>
        </p:nvSpPr>
        <p:spPr>
          <a:xfrm>
            <a:off x="706580" y="6142067"/>
            <a:ext cx="353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Oil Pollution</a:t>
            </a:r>
          </a:p>
        </p:txBody>
      </p:sp>
    </p:spTree>
    <p:extLst>
      <p:ext uri="{BB962C8B-B14F-4D97-AF65-F5344CB8AC3E}">
        <p14:creationId xmlns:p14="http://schemas.microsoft.com/office/powerpoint/2010/main" val="3418790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3" grpId="0"/>
      <p:bldP spid="14" grpId="0"/>
      <p:bldP spid="15" grpId="0"/>
      <p:bldP spid="4" grpId="0" animBg="1"/>
      <p:bldGraphic spid="21" grpId="0">
        <p:bldAsOne/>
      </p:bldGraphic>
      <p:bldP spid="22" grpId="0"/>
      <p:bldP spid="23" grpId="0"/>
      <p:bldP spid="24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3000"/>
              </a:schemeClr>
            </a:gs>
            <a:gs pos="84000">
              <a:schemeClr val="accent1">
                <a:lumMod val="45000"/>
                <a:lumOff val="55000"/>
              </a:schemeClr>
            </a:gs>
            <a:gs pos="24000">
              <a:schemeClr val="accent1">
                <a:lumMod val="45000"/>
                <a:lumOff val="55000"/>
              </a:schemeClr>
            </a:gs>
            <a:gs pos="100000">
              <a:schemeClr val="bg1">
                <a:lumMod val="6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F405F4C-E74A-4125-8AFD-1B6195C4E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7947" y="224046"/>
            <a:ext cx="3491346" cy="232870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41313C-C374-426A-842B-70AEF3952C34}"/>
              </a:ext>
            </a:extLst>
          </p:cNvPr>
          <p:cNvSpPr/>
          <p:nvPr/>
        </p:nvSpPr>
        <p:spPr>
          <a:xfrm>
            <a:off x="581889" y="244423"/>
            <a:ext cx="793605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Buriganga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River Pollution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21,600 m³/day</a:t>
            </a:r>
            <a:r>
              <a:rPr lang="en-US" dirty="0"/>
              <a:t> toxic tannery waste flows into the river.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4,500 tons/day</a:t>
            </a:r>
            <a:r>
              <a:rPr lang="en-US" dirty="0"/>
              <a:t> of Dhaka’s solid waste enters the </a:t>
            </a:r>
            <a:r>
              <a:rPr lang="en-US" dirty="0" err="1"/>
              <a:t>Buriganga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Unsafe ammonia levels</a:t>
            </a:r>
            <a:r>
              <a:rPr lang="en-US" dirty="0"/>
              <a:t> at </a:t>
            </a:r>
            <a:r>
              <a:rPr lang="en-US" dirty="0" err="1"/>
              <a:t>Chandnighat</a:t>
            </a:r>
            <a:r>
              <a:rPr lang="en-US" dirty="0"/>
              <a:t> &amp; </a:t>
            </a:r>
            <a:r>
              <a:rPr lang="en-US" dirty="0" err="1"/>
              <a:t>Fatullah</a:t>
            </a:r>
            <a:r>
              <a:rPr lang="en-US" dirty="0"/>
              <a:t> show sewage and animal waste pollution.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6823D7-F5BC-4098-97B9-ABF4E5C6B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855" y="2696499"/>
            <a:ext cx="3613438" cy="232870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AA51DDA-AF0D-4A98-BF06-65DB77CC7034}"/>
              </a:ext>
            </a:extLst>
          </p:cNvPr>
          <p:cNvSpPr txBox="1"/>
          <p:nvPr/>
        </p:nvSpPr>
        <p:spPr>
          <a:xfrm>
            <a:off x="692727" y="2019126"/>
            <a:ext cx="6774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“Forever Chemicals” (PFAS) Contamination </a:t>
            </a:r>
            <a:endParaRPr lang="en-US" dirty="0"/>
          </a:p>
          <a:p>
            <a:r>
              <a:rPr lang="en-US" b="1" dirty="0"/>
              <a:t>Very high PFAS levels</a:t>
            </a:r>
            <a:r>
              <a:rPr lang="en-US" dirty="0"/>
              <a:t> found near garment factories in Dhaka.</a:t>
            </a:r>
          </a:p>
          <a:p>
            <a:r>
              <a:rPr lang="en-US" dirty="0"/>
              <a:t>Some samples were </a:t>
            </a:r>
            <a:r>
              <a:rPr lang="en-US" b="1" dirty="0"/>
              <a:t>hundreds to thousands of times above EU/US safety limits</a:t>
            </a:r>
            <a:r>
              <a:rPr lang="en-US" dirty="0"/>
              <a:t>.</a:t>
            </a:r>
          </a:p>
          <a:p>
            <a:r>
              <a:rPr lang="en-US" dirty="0"/>
              <a:t>Indicates </a:t>
            </a:r>
            <a:r>
              <a:rPr lang="en-US" b="1" dirty="0"/>
              <a:t>severe chemical pollution</a:t>
            </a:r>
            <a:r>
              <a:rPr lang="en-US" dirty="0"/>
              <a:t> and </a:t>
            </a:r>
            <a:r>
              <a:rPr lang="en-US" b="1" dirty="0"/>
              <a:t>long-term health risks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3231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 marL="285750" indent="-285750" algn="l">
          <a:buFont typeface="Wingdings" panose="05000000000000000000" pitchFamily="2" charset="2"/>
          <a:buChar char="Ø"/>
          <a:defRPr b="1" dirty="0" err="1"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529</TotalTime>
  <Words>122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 ENVIRONMENTAL PROBLEMS IN DHAKA CITY</dc:title>
  <dc:creator>Mohammed Bin Asif</dc:creator>
  <cp:lastModifiedBy>MD. HASIBUL HASAN HASIB</cp:lastModifiedBy>
  <cp:revision>45</cp:revision>
  <dcterms:created xsi:type="dcterms:W3CDTF">2025-11-23T16:17:39Z</dcterms:created>
  <dcterms:modified xsi:type="dcterms:W3CDTF">2025-11-24T18:13:04Z</dcterms:modified>
</cp:coreProperties>
</file>