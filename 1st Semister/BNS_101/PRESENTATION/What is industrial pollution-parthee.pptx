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"/>
  </p:notesMasterIdLst>
  <p:sldIdLst>
    <p:sldId id="256" r:id="rId2"/>
    <p:sldId id="260" r:id="rId3"/>
    <p:sldId id="261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35789-F790-4F14-A822-6296A505114F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EEAD6-E946-4A96-96DF-FCB179DEB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6AD9F4D-09BB-4D3F-A02B-1A04250B8FD3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212755E-8B13-4A33-BDCE-41B78E3A6EA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685800" y="381000"/>
            <a:ext cx="9829800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What is industrial pollution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676400"/>
            <a:ext cx="7772400" cy="1600200"/>
          </a:xfrm>
        </p:spPr>
        <p:txBody>
          <a:bodyPr>
            <a:normAutofit fontScale="85000" lnSpcReduction="20000"/>
          </a:bodyPr>
          <a:lstStyle/>
          <a:p>
            <a:pPr algn="l"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Industrial pollution means harmful waste released from factories</a:t>
            </a:r>
          </a:p>
          <a:p>
            <a:pPr algn="l"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It pollutes air  and soil </a:t>
            </a:r>
          </a:p>
          <a:p>
            <a:pPr algn="l"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Factories use chemicals , fuel , and heavy machines that create pollution </a:t>
            </a:r>
          </a:p>
          <a:p>
            <a:pPr algn="l"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It is a major cause of environment  damage</a:t>
            </a:r>
          </a:p>
          <a:p>
            <a:pPr algn="l">
              <a:buFont typeface="Wingdings" pitchFamily="2" charset="2"/>
              <a:buChar char="§"/>
            </a:pPr>
            <a:endParaRPr lang="en-US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 descr="WhatsApp Image 2025-11-25 at 8.07.57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690721"/>
            <a:ext cx="6858000" cy="30198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1" cy="1066800"/>
          </a:xfrm>
        </p:spPr>
        <p:txBody>
          <a:bodyPr/>
          <a:lstStyle/>
          <a:p>
            <a:r>
              <a:rPr lang="en-US" dirty="0" smtClean="0"/>
              <a:t>causes 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828800"/>
            <a:ext cx="9144000" cy="1509712"/>
          </a:xfrm>
        </p:spPr>
        <p:txBody>
          <a:bodyPr>
            <a:normAutofit fontScale="85000" lnSpcReduction="20000"/>
          </a:bodyPr>
          <a:lstStyle/>
          <a:p>
            <a:pPr marL="530352" indent="-457200">
              <a:buFont typeface="Wingdings" pitchFamily="2" charset="2"/>
              <a:buChar char="§"/>
            </a:pPr>
            <a:r>
              <a:rPr lang="en-US" dirty="0" smtClean="0"/>
              <a:t>Burning fossil fuels like coal, gas , and oil</a:t>
            </a:r>
          </a:p>
          <a:p>
            <a:pPr marL="530352" indent="-457200">
              <a:buFont typeface="Wingdings" pitchFamily="2" charset="2"/>
              <a:buChar char="§"/>
            </a:pPr>
            <a:r>
              <a:rPr lang="en-US" dirty="0" smtClean="0"/>
              <a:t>Dumping dirty water into the rivers and lakes </a:t>
            </a:r>
          </a:p>
          <a:p>
            <a:pPr marL="530352" indent="-457200">
              <a:buFont typeface="Wingdings" pitchFamily="2" charset="2"/>
              <a:buChar char="§"/>
            </a:pPr>
            <a:r>
              <a:rPr lang="en-US" dirty="0" smtClean="0"/>
              <a:t>Smokes and toxic gases from factory chimneys </a:t>
            </a:r>
          </a:p>
          <a:p>
            <a:pPr marL="530352" indent="-457200">
              <a:buFont typeface="Wingdings" pitchFamily="2" charset="2"/>
              <a:buChar char="§"/>
            </a:pPr>
            <a:r>
              <a:rPr lang="en-US" dirty="0" smtClean="0"/>
              <a:t>Using  old ,unsafe , outdated machines</a:t>
            </a:r>
          </a:p>
          <a:p>
            <a:pPr marL="530352" indent="-457200">
              <a:buFont typeface="Wingdings" pitchFamily="2" charset="2"/>
              <a:buChar char="§"/>
            </a:pPr>
            <a:r>
              <a:rPr lang="en-US" dirty="0" smtClean="0"/>
              <a:t>Lack of proper waste management </a:t>
            </a:r>
            <a:endParaRPr lang="en-US" dirty="0"/>
          </a:p>
        </p:txBody>
      </p:sp>
      <p:pic>
        <p:nvPicPr>
          <p:cNvPr id="4" name="Picture 3" descr="WhatsApp Image 2025-11-25 at 8.37.34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10000"/>
            <a:ext cx="3886200" cy="2286000"/>
          </a:xfrm>
          <a:prstGeom prst="rect">
            <a:avLst/>
          </a:prstGeom>
        </p:spPr>
      </p:pic>
      <p:pic>
        <p:nvPicPr>
          <p:cNvPr id="5" name="Picture 4" descr="WhatsApp Image 2025-11-25 at 8.46.56 PM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0"/>
            <a:ext cx="4029075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447800"/>
            <a:ext cx="7851648" cy="18288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Effects: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066800"/>
            <a:ext cx="7315200" cy="2971800"/>
          </a:xfrm>
        </p:spPr>
        <p:txBody>
          <a:bodyPr>
            <a:normAutofit lnSpcReduction="10000"/>
          </a:bodyPr>
          <a:lstStyle/>
          <a:p>
            <a:pPr algn="l">
              <a:buFont typeface="Wingdings" pitchFamily="2" charset="2"/>
              <a:buChar char="§"/>
            </a:pPr>
            <a:r>
              <a:rPr lang="en-US" dirty="0" smtClean="0"/>
              <a:t>Air pollution causes breathing problems and asthma .</a:t>
            </a:r>
          </a:p>
          <a:p>
            <a:pPr algn="l">
              <a:buFont typeface="Wingdings" pitchFamily="2" charset="2"/>
              <a:buChar char="§"/>
            </a:pPr>
            <a:r>
              <a:rPr lang="en-US" dirty="0" smtClean="0"/>
              <a:t>Water pollution harms fish and makes water unsafe to drink </a:t>
            </a:r>
          </a:p>
          <a:p>
            <a:pPr algn="l">
              <a:buFont typeface="Wingdings" pitchFamily="2" charset="2"/>
              <a:buChar char="§"/>
            </a:pPr>
            <a:r>
              <a:rPr lang="en-US" dirty="0" smtClean="0"/>
              <a:t>Soil pollution reduces soil fertility and affects crop growth. </a:t>
            </a:r>
          </a:p>
          <a:p>
            <a:pPr algn="l">
              <a:buFont typeface="Wingdings" pitchFamily="2" charset="2"/>
              <a:buChar char="§"/>
            </a:pPr>
            <a:r>
              <a:rPr lang="en-US" dirty="0" smtClean="0"/>
              <a:t>Can cause acid rain</a:t>
            </a:r>
          </a:p>
          <a:p>
            <a:pPr algn="l">
              <a:buFont typeface="Wingdings" pitchFamily="2" charset="2"/>
              <a:buChar char="§"/>
            </a:pPr>
            <a:endParaRPr lang="en-US" dirty="0"/>
          </a:p>
        </p:txBody>
      </p:sp>
      <p:pic>
        <p:nvPicPr>
          <p:cNvPr id="4" name="Picture 3" descr="WhatsApp Image 2025-11-25 at 9.13.26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67200"/>
            <a:ext cx="3352800" cy="2590800"/>
          </a:xfrm>
          <a:prstGeom prst="rect">
            <a:avLst/>
          </a:prstGeom>
        </p:spPr>
      </p:pic>
      <p:pic>
        <p:nvPicPr>
          <p:cNvPr id="5" name="Picture 4" descr="WhatsApp Image 2025-11-25 at 9.13.26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267200"/>
            <a:ext cx="3429000" cy="25908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93</TotalTime>
  <Words>110</Words>
  <Application>Microsoft Office PowerPoint</Application>
  <PresentationFormat>On-screen Show (4:3)</PresentationFormat>
  <Paragraphs>16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Flow</vt:lpstr>
      <vt:lpstr>What is industrial pollution</vt:lpstr>
      <vt:lpstr>causes :</vt:lpstr>
      <vt:lpstr>Effects: 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industrial pollution</dc:title>
  <dc:creator>USER</dc:creator>
  <cp:lastModifiedBy>USER</cp:lastModifiedBy>
  <cp:revision>11</cp:revision>
  <dcterms:created xsi:type="dcterms:W3CDTF">2025-11-25T13:35:20Z</dcterms:created>
  <dcterms:modified xsi:type="dcterms:W3CDTF">2025-11-25T15:34:12Z</dcterms:modified>
</cp:coreProperties>
</file>