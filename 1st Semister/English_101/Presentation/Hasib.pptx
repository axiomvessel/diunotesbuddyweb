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6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5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9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3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4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0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1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22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1664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42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57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65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71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FD3675-EEF8-4BFC-AEF9-252F5FDA21B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B4119-6FE7-4E26-A0DC-BC38A5CF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48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CB0C31-DD59-482E-8BC2-C6A281E04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6BDAE2-BD0F-40DD-B4E8-8C38AFD2BFDE}"/>
              </a:ext>
            </a:extLst>
          </p:cNvPr>
          <p:cNvSpPr/>
          <p:nvPr/>
        </p:nvSpPr>
        <p:spPr>
          <a:xfrm>
            <a:off x="290946" y="2136338"/>
            <a:ext cx="1161010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8575">
                  <a:noFill/>
                </a:ln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and Effects </a:t>
            </a:r>
          </a:p>
          <a:p>
            <a:pPr algn="ctr"/>
            <a:r>
              <a:rPr lang="en-US" sz="5400" b="1" dirty="0">
                <a:ln w="28575">
                  <a:noFill/>
                </a:ln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</a:p>
          <a:p>
            <a:pPr algn="ctr"/>
            <a:r>
              <a:rPr lang="en-US" sz="5400" b="1" dirty="0">
                <a:ln w="28575">
                  <a:noFill/>
                </a:ln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Pollution</a:t>
            </a:r>
          </a:p>
        </p:txBody>
      </p:sp>
    </p:spTree>
    <p:extLst>
      <p:ext uri="{BB962C8B-B14F-4D97-AF65-F5344CB8AC3E}">
        <p14:creationId xmlns:p14="http://schemas.microsoft.com/office/powerpoint/2010/main" val="41631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CB8A96-AB74-415C-BBC1-B8DE9940049F}"/>
              </a:ext>
            </a:extLst>
          </p:cNvPr>
          <p:cNvSpPr txBox="1"/>
          <p:nvPr/>
        </p:nvSpPr>
        <p:spPr>
          <a:xfrm>
            <a:off x="720431" y="1466264"/>
            <a:ext cx="5721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B2483-9AA2-4168-A0BB-52D741794841}"/>
              </a:ext>
            </a:extLst>
          </p:cNvPr>
          <p:cNvSpPr txBox="1"/>
          <p:nvPr/>
        </p:nvSpPr>
        <p:spPr>
          <a:xfrm>
            <a:off x="1004438" y="2329856"/>
            <a:ext cx="5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of Untreated Wastewater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3BE48-D352-4D7E-BDAE-583C990B94D4}"/>
              </a:ext>
            </a:extLst>
          </p:cNvPr>
          <p:cNvSpPr txBox="1"/>
          <p:nvPr/>
        </p:nvSpPr>
        <p:spPr>
          <a:xfrm>
            <a:off x="1004438" y="2949151"/>
            <a:ext cx="5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Toxic Chemicals and Heavy Metals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155F9-A404-4792-8947-5CBE1EC4A5D5}"/>
              </a:ext>
            </a:extLst>
          </p:cNvPr>
          <p:cNvSpPr txBox="1"/>
          <p:nvPr/>
        </p:nvSpPr>
        <p:spPr>
          <a:xfrm>
            <a:off x="1004438" y="3568446"/>
            <a:ext cx="5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</a:t>
            </a:r>
            <a:r>
              <a:rPr lang="en-US" dirty="0"/>
              <a:t> Effluent Treatment Plants (ETPs)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13159-B307-46D6-8AB6-23C9AE2A0BDA}"/>
              </a:ext>
            </a:extLst>
          </p:cNvPr>
          <p:cNvSpPr txBox="1"/>
          <p:nvPr/>
        </p:nvSpPr>
        <p:spPr>
          <a:xfrm>
            <a:off x="1004438" y="4187741"/>
            <a:ext cx="5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Enforcement and Monitoring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20E59-A289-4AA0-B87A-20C7ADC97FCD}"/>
              </a:ext>
            </a:extLst>
          </p:cNvPr>
          <p:cNvSpPr txBox="1"/>
          <p:nvPr/>
        </p:nvSpPr>
        <p:spPr>
          <a:xfrm>
            <a:off x="1004438" y="4807035"/>
            <a:ext cx="5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Unplanned Industrialization and Urbanization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197DC2-B1A4-4F6C-A827-215FE23F8E2C}"/>
              </a:ext>
            </a:extLst>
          </p:cNvPr>
          <p:cNvSpPr txBox="1"/>
          <p:nvPr/>
        </p:nvSpPr>
        <p:spPr>
          <a:xfrm>
            <a:off x="3235036" y="622883"/>
            <a:ext cx="5721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POLLUTION </a:t>
            </a:r>
          </a:p>
        </p:txBody>
      </p:sp>
    </p:spTree>
    <p:extLst>
      <p:ext uri="{BB962C8B-B14F-4D97-AF65-F5344CB8AC3E}">
        <p14:creationId xmlns:p14="http://schemas.microsoft.com/office/powerpoint/2010/main" val="3955528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7AFDB6-2342-4220-8443-259D7388DF2E}"/>
              </a:ext>
            </a:extLst>
          </p:cNvPr>
          <p:cNvSpPr txBox="1"/>
          <p:nvPr/>
        </p:nvSpPr>
        <p:spPr>
          <a:xfrm>
            <a:off x="602664" y="1260896"/>
            <a:ext cx="3463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2D35E-430A-4D9F-BF93-024C40C91BE2}"/>
              </a:ext>
            </a:extLst>
          </p:cNvPr>
          <p:cNvSpPr txBox="1"/>
          <p:nvPr/>
        </p:nvSpPr>
        <p:spPr>
          <a:xfrm>
            <a:off x="924784" y="1795761"/>
            <a:ext cx="346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Human Health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EFED0-5D14-4A02-BA80-437DC2AA2042}"/>
              </a:ext>
            </a:extLst>
          </p:cNvPr>
          <p:cNvSpPr txBox="1"/>
          <p:nvPr/>
        </p:nvSpPr>
        <p:spPr>
          <a:xfrm>
            <a:off x="675402" y="2611212"/>
            <a:ext cx="555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and long-term illnesses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3C5AB-93D1-4868-AE37-3C2676E3E1CB}"/>
              </a:ext>
            </a:extLst>
          </p:cNvPr>
          <p:cNvSpPr txBox="1"/>
          <p:nvPr/>
        </p:nvSpPr>
        <p:spPr>
          <a:xfrm>
            <a:off x="924784" y="3107267"/>
            <a:ext cx="55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Environment and Ecosystems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9C0D9-A41F-4389-BC01-AE5C89DDF7BA}"/>
              </a:ext>
            </a:extLst>
          </p:cNvPr>
          <p:cNvSpPr txBox="1"/>
          <p:nvPr/>
        </p:nvSpPr>
        <p:spPr>
          <a:xfrm>
            <a:off x="1129146" y="3518858"/>
            <a:ext cx="5392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 of Rivers and Aquatic Life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B8938-44C6-47D9-A827-A1F55C41AC20}"/>
              </a:ext>
            </a:extLst>
          </p:cNvPr>
          <p:cNvSpPr txBox="1"/>
          <p:nvPr/>
        </p:nvSpPr>
        <p:spPr>
          <a:xfrm>
            <a:off x="1143001" y="3862094"/>
            <a:ext cx="6082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Contamination of Soil and Groundwater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CBAAF-8C55-45C3-9361-F965979BDE82}"/>
              </a:ext>
            </a:extLst>
          </p:cNvPr>
          <p:cNvSpPr txBox="1"/>
          <p:nvPr/>
        </p:nvSpPr>
        <p:spPr>
          <a:xfrm>
            <a:off x="1143001" y="4300676"/>
            <a:ext cx="3463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Biodiversity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3063B-457D-44D4-B96B-DC53BF2FAB91}"/>
              </a:ext>
            </a:extLst>
          </p:cNvPr>
          <p:cNvSpPr txBox="1"/>
          <p:nvPr/>
        </p:nvSpPr>
        <p:spPr>
          <a:xfrm>
            <a:off x="924784" y="4695872"/>
            <a:ext cx="55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Economy and Livelihoods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DA1D4-EB46-4D9E-AF38-7F7BB18E9E8B}"/>
              </a:ext>
            </a:extLst>
          </p:cNvPr>
          <p:cNvSpPr txBox="1"/>
          <p:nvPr/>
        </p:nvSpPr>
        <p:spPr>
          <a:xfrm>
            <a:off x="1073723" y="5146488"/>
            <a:ext cx="486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agricultural productivity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D7168-D356-491D-A358-655F48AEAB55}"/>
              </a:ext>
            </a:extLst>
          </p:cNvPr>
          <p:cNvSpPr txBox="1"/>
          <p:nvPr/>
        </p:nvSpPr>
        <p:spPr>
          <a:xfrm>
            <a:off x="1073723" y="5562756"/>
            <a:ext cx="3463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fisheries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C5B89-5B43-4E0E-ADF0-BE5E3BA2235B}"/>
              </a:ext>
            </a:extLst>
          </p:cNvPr>
          <p:cNvSpPr txBox="1"/>
          <p:nvPr/>
        </p:nvSpPr>
        <p:spPr>
          <a:xfrm>
            <a:off x="1073723" y="5979025"/>
            <a:ext cx="3463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healthcare costs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C871FC-02E5-47C9-9749-52A93E38A046}"/>
              </a:ext>
            </a:extLst>
          </p:cNvPr>
          <p:cNvSpPr txBox="1"/>
          <p:nvPr/>
        </p:nvSpPr>
        <p:spPr>
          <a:xfrm>
            <a:off x="2722417" y="392391"/>
            <a:ext cx="771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POLLUTION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031FC-42E5-47D8-B39C-44359F16B0A4}"/>
              </a:ext>
            </a:extLst>
          </p:cNvPr>
          <p:cNvSpPr txBox="1"/>
          <p:nvPr/>
        </p:nvSpPr>
        <p:spPr>
          <a:xfrm>
            <a:off x="675402" y="2258714"/>
            <a:ext cx="3463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Waterborne diseases</a:t>
            </a:r>
          </a:p>
        </p:txBody>
      </p:sp>
    </p:spTree>
    <p:extLst>
      <p:ext uri="{BB962C8B-B14F-4D97-AF65-F5344CB8AC3E}">
        <p14:creationId xmlns:p14="http://schemas.microsoft.com/office/powerpoint/2010/main" val="389605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86</TotalTime>
  <Words>82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HASIBUL HASAN HASIB</dc:creator>
  <cp:lastModifiedBy>MD. HASIBUL HASAN HASIB</cp:lastModifiedBy>
  <cp:revision>10</cp:revision>
  <dcterms:created xsi:type="dcterms:W3CDTF">2025-12-07T11:58:08Z</dcterms:created>
  <dcterms:modified xsi:type="dcterms:W3CDTF">2025-12-07T13:24:42Z</dcterms:modified>
</cp:coreProperties>
</file>