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3" r:id="rId5"/>
    <p:sldId id="261" r:id="rId6"/>
    <p:sldId id="262" r:id="rId7"/>
    <p:sldId id="263" r:id="rId8"/>
    <p:sldId id="264" r:id="rId9"/>
    <p:sldId id="265" r:id="rId10"/>
    <p:sldId id="284" r:id="rId11"/>
    <p:sldId id="266" r:id="rId12"/>
    <p:sldId id="267" r:id="rId13"/>
    <p:sldId id="268" r:id="rId14"/>
    <p:sldId id="269" r:id="rId15"/>
    <p:sldId id="270" r:id="rId16"/>
    <p:sldId id="271" r:id="rId17"/>
    <p:sldId id="289" r:id="rId18"/>
    <p:sldId id="272" r:id="rId19"/>
    <p:sldId id="285" r:id="rId20"/>
    <p:sldId id="276" r:id="rId21"/>
    <p:sldId id="277" r:id="rId22"/>
    <p:sldId id="286" r:id="rId23"/>
    <p:sldId id="287" r:id="rId24"/>
    <p:sldId id="28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0.jpg"/>
          <p:cNvPicPr>
            <a:picLocks noChangeAspect="1"/>
          </p:cNvPicPr>
          <p:nvPr/>
        </p:nvPicPr>
        <p:blipFill rotWithShape="1">
          <a:blip r:embed="rId2"/>
          <a:srcRect t="27263" b="54429"/>
          <a:stretch/>
        </p:blipFill>
        <p:spPr>
          <a:xfrm>
            <a:off x="0" y="1869743"/>
            <a:ext cx="9144000" cy="1255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6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334370" y="1951626"/>
            <a:ext cx="306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	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334370" y="4136239"/>
            <a:ext cx="306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</a:t>
            </a:r>
            <a:r>
              <a:rPr lang="en-US" b="1" dirty="0" smtClean="0">
                <a:solidFill>
                  <a:srgbClr val="7030A0"/>
                </a:solidFill>
              </a:rPr>
              <a:t>	</a:t>
            </a:r>
            <a:endParaRPr 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156946" y="532260"/>
            <a:ext cx="30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241105" y="2909246"/>
            <a:ext cx="310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4. Connectors</a:t>
            </a:r>
            <a:endParaRPr 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334370" y="887098"/>
            <a:ext cx="306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mp_11.jpg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3354" b="29121"/>
          <a:stretch/>
        </p:blipFill>
        <p:spPr>
          <a:xfrm>
            <a:off x="0" y="916082"/>
            <a:ext cx="8857396" cy="3821373"/>
          </a:xfrm>
          <a:prstGeom prst="round2SameRect">
            <a:avLst>
              <a:gd name="adj1" fmla="val 16667"/>
              <a:gd name="adj2" fmla="val 2587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829" y="-1146412"/>
            <a:ext cx="9144000" cy="6858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970973"/>
              </p:ext>
            </p:extLst>
          </p:nvPr>
        </p:nvGraphicFramePr>
        <p:xfrm>
          <a:off x="334371" y="3483955"/>
          <a:ext cx="8229600" cy="292608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</a:rPr>
                        <a:t>Base Use Case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Included Use Case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Relationship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Explanation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Withdraw Funds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Verify PIN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Withdraw Funds $\ll \text{include} \gg$ Verify PIN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</a:rPr>
                        <a:t>To Withdraw Funds, the system must execute the Verify PIN process.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Check Balance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Verify PIN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Check Balance $\ll \text{include} \gg$ Verify PIN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</a:rPr>
                        <a:t>To Check Balance, the system must execute the Verify PIN process.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5814" y="2251881"/>
            <a:ext cx="7922525" cy="3302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400613"/>
              </p:ext>
            </p:extLst>
          </p:nvPr>
        </p:nvGraphicFramePr>
        <p:xfrm>
          <a:off x="668739" y="2646301"/>
          <a:ext cx="8229600" cy="265176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</a:rPr>
                        <a:t>Base Use Case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Extending Use Case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Condition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Relationship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Withdraw Funds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Print Receipt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The user selects the "Yes" option for a receipt.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Withdraw Funds $\ll \text{extend} \gg$ Print Receipt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</a:rPr>
                        <a:t>Process Transaction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Notify Fraud Department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The account is overdrawn or the amount is suspicious.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effectLst/>
                        </a:rPr>
                        <a:t>Process Transaction $\</a:t>
                      </a:r>
                      <a:r>
                        <a:rPr lang="en-US" dirty="0" err="1">
                          <a:effectLst/>
                        </a:rPr>
                        <a:t>ll</a:t>
                      </a:r>
                      <a:r>
                        <a:rPr lang="en-US" dirty="0">
                          <a:effectLst/>
                        </a:rPr>
                        <a:t> \text{extend} \</a:t>
                      </a:r>
                      <a:r>
                        <a:rPr lang="en-US" dirty="0" err="1">
                          <a:effectLst/>
                        </a:rPr>
                        <a:t>gg</a:t>
                      </a:r>
                      <a:r>
                        <a:rPr lang="en-US" dirty="0">
                          <a:effectLst/>
                        </a:rPr>
                        <a:t>$ Notify Fraud Department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60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temp_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🛒 Use Case Diagram: Online Shopping System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625" y="1728537"/>
            <a:ext cx="9287590" cy="327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4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9383"/>
              </p:ext>
            </p:extLst>
          </p:nvPr>
        </p:nvGraphicFramePr>
        <p:xfrm>
          <a:off x="457200" y="2196257"/>
          <a:ext cx="8229600" cy="3749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Actor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Primary Use Cases (Goals)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Relationships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Customer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View Products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Login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View Cart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Place Order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Place Order</a:t>
                      </a: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$\ll \text{include} \gg$ </a:t>
                      </a: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Process Payment</a:t>
                      </a: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(Payment is a mandatory step)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Administrator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Manage Products</a:t>
                      </a: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Manage Orders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View Products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$\</a:t>
                      </a:r>
                      <a:r>
                        <a:rPr lang="en-US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ll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\text{extend} \</a:t>
                      </a:r>
                      <a:r>
                        <a:rPr lang="en-US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gg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$ </a:t>
                      </a: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Review Product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(Reviewing is an optional step)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🛒 Use Case Diagram: Online Shopping System</a:t>
            </a:r>
          </a:p>
        </p:txBody>
      </p:sp>
    </p:spTree>
    <p:extLst>
      <p:ext uri="{BB962C8B-B14F-4D97-AF65-F5344CB8AC3E}">
        <p14:creationId xmlns:p14="http://schemas.microsoft.com/office/powerpoint/2010/main" val="238635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319952"/>
            <a:ext cx="5282821" cy="562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0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216</Words>
  <Application>Microsoft Office PowerPoint</Application>
  <PresentationFormat>On-screen Show (4:3)</PresentationFormat>
  <Paragraphs>40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🛒 Use Case Diagram: Online Shopping System</vt:lpstr>
      <vt:lpstr>🛒 Use Case Diagram: Online Shopping System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7235000180</dc:creator>
  <cp:keywords/>
  <dc:description>generated using python-pptx</dc:description>
  <cp:lastModifiedBy>Diu</cp:lastModifiedBy>
  <cp:revision>9</cp:revision>
  <dcterms:created xsi:type="dcterms:W3CDTF">2013-01-27T09:14:16Z</dcterms:created>
  <dcterms:modified xsi:type="dcterms:W3CDTF">2025-11-18T10:26:23Z</dcterms:modified>
  <cp:category/>
</cp:coreProperties>
</file>