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0860DD-AC01-4581-B5A8-02677CFB7356}" type="doc">
      <dgm:prSet loTypeId="urn:microsoft.com/office/officeart/2005/8/layout/radial5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3A1A5A8-6756-47EE-965F-078A9AB95988}">
      <dgm:prSet phldrT="[Text]"/>
      <dgm:spPr/>
      <dgm:t>
        <a:bodyPr/>
        <a:lstStyle/>
        <a:p>
          <a:r>
            <a:rPr lang="en-US" dirty="0"/>
            <a:t>USES</a:t>
          </a:r>
        </a:p>
      </dgm:t>
    </dgm:pt>
    <dgm:pt modelId="{35534C00-CE18-4A69-8E30-241DB31D13FA}" type="parTrans" cxnId="{EB7680F8-8CD2-45CF-882D-4547B6ACA38D}">
      <dgm:prSet/>
      <dgm:spPr/>
      <dgm:t>
        <a:bodyPr/>
        <a:lstStyle/>
        <a:p>
          <a:endParaRPr lang="en-US"/>
        </a:p>
      </dgm:t>
    </dgm:pt>
    <dgm:pt modelId="{4006BFCA-4D28-466B-9EF9-20DE0C4F1F46}" type="sibTrans" cxnId="{EB7680F8-8CD2-45CF-882D-4547B6ACA38D}">
      <dgm:prSet/>
      <dgm:spPr/>
      <dgm:t>
        <a:bodyPr/>
        <a:lstStyle/>
        <a:p>
          <a:endParaRPr lang="en-US"/>
        </a:p>
      </dgm:t>
    </dgm:pt>
    <dgm:pt modelId="{162E3164-0C4C-4F81-9138-BEEC1A8E0546}">
      <dgm:prSet phldrT="[Text]" custT="1"/>
      <dgm:spPr/>
      <dgm:t>
        <a:bodyPr/>
        <a:lstStyle/>
        <a:p>
          <a:r>
            <a:rPr lang="en-US" sz="1200" dirty="0"/>
            <a:t>Computer </a:t>
          </a:r>
        </a:p>
        <a:p>
          <a:r>
            <a:rPr lang="en-US" sz="1200" dirty="0"/>
            <a:t>Vision</a:t>
          </a:r>
        </a:p>
      </dgm:t>
    </dgm:pt>
    <dgm:pt modelId="{9DF5F60A-D85B-42D8-B850-B62788B68BFF}" type="parTrans" cxnId="{D744CEC9-17AC-4067-8EEE-ED2CEAD21E12}">
      <dgm:prSet/>
      <dgm:spPr/>
      <dgm:t>
        <a:bodyPr/>
        <a:lstStyle/>
        <a:p>
          <a:endParaRPr lang="en-US"/>
        </a:p>
      </dgm:t>
    </dgm:pt>
    <dgm:pt modelId="{56DE1BCD-F717-4795-A385-E156CB70484F}" type="sibTrans" cxnId="{D744CEC9-17AC-4067-8EEE-ED2CEAD21E12}">
      <dgm:prSet/>
      <dgm:spPr/>
      <dgm:t>
        <a:bodyPr/>
        <a:lstStyle/>
        <a:p>
          <a:endParaRPr lang="en-US"/>
        </a:p>
      </dgm:t>
    </dgm:pt>
    <dgm:pt modelId="{DA518C29-96A9-4ACF-B8F3-975AAE9AB2FE}">
      <dgm:prSet phldrT="[Text]" custT="1"/>
      <dgm:spPr/>
      <dgm:t>
        <a:bodyPr/>
        <a:lstStyle/>
        <a:p>
          <a:r>
            <a:rPr lang="en-US" sz="1200" dirty="0"/>
            <a:t>Speech Recognition</a:t>
          </a:r>
        </a:p>
      </dgm:t>
    </dgm:pt>
    <dgm:pt modelId="{992E9731-EA89-41FF-A99F-E1DF3EDBB359}" type="parTrans" cxnId="{762B7410-51AC-4FA0-A926-0AE155BEA1C8}">
      <dgm:prSet/>
      <dgm:spPr/>
      <dgm:t>
        <a:bodyPr/>
        <a:lstStyle/>
        <a:p>
          <a:endParaRPr lang="en-US"/>
        </a:p>
      </dgm:t>
    </dgm:pt>
    <dgm:pt modelId="{C930BBBE-93CE-41CB-8FEC-8987B3296F55}" type="sibTrans" cxnId="{762B7410-51AC-4FA0-A926-0AE155BEA1C8}">
      <dgm:prSet/>
      <dgm:spPr/>
      <dgm:t>
        <a:bodyPr/>
        <a:lstStyle/>
        <a:p>
          <a:endParaRPr lang="en-US"/>
        </a:p>
      </dgm:t>
    </dgm:pt>
    <dgm:pt modelId="{931D8355-8CA8-4A4E-A3BD-114BAA48739C}">
      <dgm:prSet phldrT="[Text]" custT="1"/>
      <dgm:spPr/>
      <dgm:t>
        <a:bodyPr/>
        <a:lstStyle/>
        <a:p>
          <a:r>
            <a:rPr lang="en-US" sz="1200" dirty="0"/>
            <a:t>Health </a:t>
          </a:r>
        </a:p>
        <a:p>
          <a:r>
            <a:rPr lang="en-US" sz="1200" dirty="0"/>
            <a:t>&amp;</a:t>
          </a:r>
        </a:p>
        <a:p>
          <a:r>
            <a:rPr lang="en-US" sz="1200" dirty="0"/>
            <a:t>Medicine</a:t>
          </a:r>
        </a:p>
      </dgm:t>
    </dgm:pt>
    <dgm:pt modelId="{9D3E7CAD-4133-445E-9A59-8F0E378F45DD}" type="parTrans" cxnId="{73FD98FC-B7F5-4833-B460-DE5ECEFF6EF5}">
      <dgm:prSet/>
      <dgm:spPr/>
      <dgm:t>
        <a:bodyPr/>
        <a:lstStyle/>
        <a:p>
          <a:endParaRPr lang="en-US"/>
        </a:p>
      </dgm:t>
    </dgm:pt>
    <dgm:pt modelId="{99BEDB34-C9FC-4EAD-991C-605EA7DDAE22}" type="sibTrans" cxnId="{73FD98FC-B7F5-4833-B460-DE5ECEFF6EF5}">
      <dgm:prSet/>
      <dgm:spPr/>
      <dgm:t>
        <a:bodyPr/>
        <a:lstStyle/>
        <a:p>
          <a:endParaRPr lang="en-US"/>
        </a:p>
      </dgm:t>
    </dgm:pt>
    <dgm:pt modelId="{95287E88-C20B-4462-8612-161EC35AACFF}">
      <dgm:prSet phldrT="[Text]"/>
      <dgm:spPr/>
      <dgm:t>
        <a:bodyPr/>
        <a:lstStyle/>
        <a:p>
          <a:r>
            <a:rPr lang="en-US" dirty="0"/>
            <a:t>Robotics</a:t>
          </a:r>
        </a:p>
      </dgm:t>
    </dgm:pt>
    <dgm:pt modelId="{7CF7A373-5A74-407A-8352-A7444654A17F}" type="parTrans" cxnId="{2643E3B7-9097-43B9-A93B-806E4F50EAFF}">
      <dgm:prSet/>
      <dgm:spPr/>
      <dgm:t>
        <a:bodyPr/>
        <a:lstStyle/>
        <a:p>
          <a:endParaRPr lang="en-US"/>
        </a:p>
      </dgm:t>
    </dgm:pt>
    <dgm:pt modelId="{71E6E607-E0A3-4920-9DBF-12F2E08E2DA3}" type="sibTrans" cxnId="{2643E3B7-9097-43B9-A93B-806E4F50EAFF}">
      <dgm:prSet/>
      <dgm:spPr/>
      <dgm:t>
        <a:bodyPr/>
        <a:lstStyle/>
        <a:p>
          <a:endParaRPr lang="en-US"/>
        </a:p>
      </dgm:t>
    </dgm:pt>
    <dgm:pt modelId="{383939CC-B1F0-4D18-B96A-D950BEC5E50C}">
      <dgm:prSet/>
      <dgm:spPr/>
      <dgm:t>
        <a:bodyPr/>
        <a:lstStyle/>
        <a:p>
          <a:r>
            <a:rPr lang="en-US" dirty="0"/>
            <a:t>Science </a:t>
          </a:r>
        </a:p>
        <a:p>
          <a:r>
            <a:rPr lang="en-US" dirty="0"/>
            <a:t>&amp;</a:t>
          </a:r>
        </a:p>
        <a:p>
          <a:r>
            <a:rPr lang="en-US" dirty="0"/>
            <a:t>Research</a:t>
          </a:r>
        </a:p>
      </dgm:t>
    </dgm:pt>
    <dgm:pt modelId="{191267BC-61DC-40C1-8B22-9221EEB42E03}" type="parTrans" cxnId="{75492377-3D4A-4B47-8881-1809937C3ED3}">
      <dgm:prSet/>
      <dgm:spPr/>
      <dgm:t>
        <a:bodyPr/>
        <a:lstStyle/>
        <a:p>
          <a:endParaRPr lang="en-US"/>
        </a:p>
      </dgm:t>
    </dgm:pt>
    <dgm:pt modelId="{61B55AB1-E89C-4183-8788-DF867DE7387F}" type="sibTrans" cxnId="{75492377-3D4A-4B47-8881-1809937C3ED3}">
      <dgm:prSet/>
      <dgm:spPr/>
      <dgm:t>
        <a:bodyPr/>
        <a:lstStyle/>
        <a:p>
          <a:endParaRPr lang="en-US"/>
        </a:p>
      </dgm:t>
    </dgm:pt>
    <dgm:pt modelId="{5C1BD967-C695-4033-BB65-C2763D86D58E}">
      <dgm:prSet/>
      <dgm:spPr/>
      <dgm:t>
        <a:bodyPr/>
        <a:lstStyle/>
        <a:p>
          <a:r>
            <a:rPr lang="en-US" dirty="0"/>
            <a:t>Automation</a:t>
          </a:r>
        </a:p>
      </dgm:t>
    </dgm:pt>
    <dgm:pt modelId="{7095B14E-BF0D-42DF-90FC-20CB42235770}" type="parTrans" cxnId="{EFAB9B4C-8A1A-4E11-8B09-7D0693530D75}">
      <dgm:prSet/>
      <dgm:spPr/>
      <dgm:t>
        <a:bodyPr/>
        <a:lstStyle/>
        <a:p>
          <a:endParaRPr lang="en-US"/>
        </a:p>
      </dgm:t>
    </dgm:pt>
    <dgm:pt modelId="{3CCEA71E-AB90-441F-BA73-81E07EFDF951}" type="sibTrans" cxnId="{EFAB9B4C-8A1A-4E11-8B09-7D0693530D75}">
      <dgm:prSet/>
      <dgm:spPr/>
      <dgm:t>
        <a:bodyPr/>
        <a:lstStyle/>
        <a:p>
          <a:endParaRPr lang="en-US"/>
        </a:p>
      </dgm:t>
    </dgm:pt>
    <dgm:pt modelId="{E567D699-B7EA-48B2-8F90-7C271E84F518}">
      <dgm:prSet/>
      <dgm:spPr/>
      <dgm:t>
        <a:bodyPr/>
        <a:lstStyle/>
        <a:p>
          <a:r>
            <a:rPr lang="en-US" dirty="0"/>
            <a:t>Finance</a:t>
          </a:r>
        </a:p>
      </dgm:t>
    </dgm:pt>
    <dgm:pt modelId="{5883C4EF-A731-4763-867F-A8B807FBD162}" type="parTrans" cxnId="{F79EF834-1E91-411C-926B-82252ABD0B3C}">
      <dgm:prSet/>
      <dgm:spPr/>
      <dgm:t>
        <a:bodyPr/>
        <a:lstStyle/>
        <a:p>
          <a:endParaRPr lang="en-US"/>
        </a:p>
      </dgm:t>
    </dgm:pt>
    <dgm:pt modelId="{F43E39C4-82A3-4A25-902A-52C1E7AB3055}" type="sibTrans" cxnId="{F79EF834-1E91-411C-926B-82252ABD0B3C}">
      <dgm:prSet/>
      <dgm:spPr/>
      <dgm:t>
        <a:bodyPr/>
        <a:lstStyle/>
        <a:p>
          <a:endParaRPr lang="en-US"/>
        </a:p>
      </dgm:t>
    </dgm:pt>
    <dgm:pt modelId="{D01DE3E7-7992-4C82-82BF-B49972CD405D}">
      <dgm:prSet custT="1"/>
      <dgm:spPr/>
      <dgm:t>
        <a:bodyPr/>
        <a:lstStyle/>
        <a:p>
          <a:r>
            <a:rPr lang="en-US" sz="1200" dirty="0"/>
            <a:t>Gaming </a:t>
          </a:r>
        </a:p>
        <a:p>
          <a:r>
            <a:rPr lang="en-US" sz="1200" dirty="0"/>
            <a:t>&amp;</a:t>
          </a:r>
        </a:p>
        <a:p>
          <a:r>
            <a:rPr lang="en-US" sz="1200" dirty="0"/>
            <a:t>Entertainment</a:t>
          </a:r>
        </a:p>
      </dgm:t>
    </dgm:pt>
    <dgm:pt modelId="{144E6AF9-66A9-4009-AA22-371130F5B105}" type="parTrans" cxnId="{8D235F69-E367-4045-8718-85557D2819A7}">
      <dgm:prSet/>
      <dgm:spPr/>
      <dgm:t>
        <a:bodyPr/>
        <a:lstStyle/>
        <a:p>
          <a:endParaRPr lang="en-US"/>
        </a:p>
      </dgm:t>
    </dgm:pt>
    <dgm:pt modelId="{17C18A02-03C8-40E9-B6A8-92F8553D627B}" type="sibTrans" cxnId="{8D235F69-E367-4045-8718-85557D2819A7}">
      <dgm:prSet/>
      <dgm:spPr/>
      <dgm:t>
        <a:bodyPr/>
        <a:lstStyle/>
        <a:p>
          <a:endParaRPr lang="en-US"/>
        </a:p>
      </dgm:t>
    </dgm:pt>
    <dgm:pt modelId="{158F7570-2A4B-426A-8BAD-AF63D0007E65}">
      <dgm:prSet custT="1"/>
      <dgm:spPr/>
      <dgm:t>
        <a:bodyPr/>
        <a:lstStyle/>
        <a:p>
          <a:r>
            <a:rPr lang="en-US" sz="1200" dirty="0"/>
            <a:t>Natural Language </a:t>
          </a:r>
        </a:p>
        <a:p>
          <a:r>
            <a:rPr lang="en-US" sz="1200" dirty="0"/>
            <a:t>Processing </a:t>
          </a:r>
        </a:p>
      </dgm:t>
    </dgm:pt>
    <dgm:pt modelId="{05628F3B-E055-4855-8DD3-7A7096819B72}" type="parTrans" cxnId="{B5997202-B4D6-4F4A-8A4F-A24024FE4A2A}">
      <dgm:prSet/>
      <dgm:spPr/>
      <dgm:t>
        <a:bodyPr/>
        <a:lstStyle/>
        <a:p>
          <a:endParaRPr lang="en-US"/>
        </a:p>
      </dgm:t>
    </dgm:pt>
    <dgm:pt modelId="{46EC3B83-C8B1-4258-8910-9081D43839A5}" type="sibTrans" cxnId="{B5997202-B4D6-4F4A-8A4F-A24024FE4A2A}">
      <dgm:prSet/>
      <dgm:spPr/>
      <dgm:t>
        <a:bodyPr/>
        <a:lstStyle/>
        <a:p>
          <a:endParaRPr lang="en-US"/>
        </a:p>
      </dgm:t>
    </dgm:pt>
    <dgm:pt modelId="{FD34448D-8E3D-4EAF-985B-581D754CE6C9}" type="pres">
      <dgm:prSet presAssocID="{BA0860DD-AC01-4581-B5A8-02677CFB735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375E0B7-0C8A-4CDF-B8F6-7BB5E0325194}" type="pres">
      <dgm:prSet presAssocID="{33A1A5A8-6756-47EE-965F-078A9AB95988}" presName="centerShape" presStyleLbl="node0" presStyleIdx="0" presStyleCnt="1"/>
      <dgm:spPr/>
    </dgm:pt>
    <dgm:pt modelId="{3E79599A-84F7-4A94-83FD-AAE5511B4867}" type="pres">
      <dgm:prSet presAssocID="{9DF5F60A-D85B-42D8-B850-B62788B68BFF}" presName="parTrans" presStyleLbl="sibTrans2D1" presStyleIdx="0" presStyleCnt="9"/>
      <dgm:spPr/>
    </dgm:pt>
    <dgm:pt modelId="{627AADAA-DDE2-422D-9FCC-D69C6F43BB86}" type="pres">
      <dgm:prSet presAssocID="{9DF5F60A-D85B-42D8-B850-B62788B68BFF}" presName="connectorText" presStyleLbl="sibTrans2D1" presStyleIdx="0" presStyleCnt="9"/>
      <dgm:spPr/>
    </dgm:pt>
    <dgm:pt modelId="{673C25DF-FEB8-426E-BD80-56E9A18D0A32}" type="pres">
      <dgm:prSet presAssocID="{162E3164-0C4C-4F81-9138-BEEC1A8E0546}" presName="node" presStyleLbl="node1" presStyleIdx="0" presStyleCnt="9">
        <dgm:presLayoutVars>
          <dgm:bulletEnabled val="1"/>
        </dgm:presLayoutVars>
      </dgm:prSet>
      <dgm:spPr/>
    </dgm:pt>
    <dgm:pt modelId="{8899F0D0-3909-47B9-92EE-2B4EACAE11ED}" type="pres">
      <dgm:prSet presAssocID="{992E9731-EA89-41FF-A99F-E1DF3EDBB359}" presName="parTrans" presStyleLbl="sibTrans2D1" presStyleIdx="1" presStyleCnt="9"/>
      <dgm:spPr/>
    </dgm:pt>
    <dgm:pt modelId="{87757A67-AF9E-4C2C-BF41-7131E23D227C}" type="pres">
      <dgm:prSet presAssocID="{992E9731-EA89-41FF-A99F-E1DF3EDBB359}" presName="connectorText" presStyleLbl="sibTrans2D1" presStyleIdx="1" presStyleCnt="9"/>
      <dgm:spPr/>
    </dgm:pt>
    <dgm:pt modelId="{C06117B4-D01F-4777-867E-3FC4A1FB9D5E}" type="pres">
      <dgm:prSet presAssocID="{DA518C29-96A9-4ACF-B8F3-975AAE9AB2FE}" presName="node" presStyleLbl="node1" presStyleIdx="1" presStyleCnt="9" custScaleX="108305" custScaleY="112495">
        <dgm:presLayoutVars>
          <dgm:bulletEnabled val="1"/>
        </dgm:presLayoutVars>
      </dgm:prSet>
      <dgm:spPr/>
    </dgm:pt>
    <dgm:pt modelId="{C112F52C-2EA1-4BC7-878E-0E75123F4BCC}" type="pres">
      <dgm:prSet presAssocID="{9D3E7CAD-4133-445E-9A59-8F0E378F45DD}" presName="parTrans" presStyleLbl="sibTrans2D1" presStyleIdx="2" presStyleCnt="9"/>
      <dgm:spPr/>
    </dgm:pt>
    <dgm:pt modelId="{545CCF59-1BFB-40C2-AABD-55702F55C396}" type="pres">
      <dgm:prSet presAssocID="{9D3E7CAD-4133-445E-9A59-8F0E378F45DD}" presName="connectorText" presStyleLbl="sibTrans2D1" presStyleIdx="2" presStyleCnt="9"/>
      <dgm:spPr/>
    </dgm:pt>
    <dgm:pt modelId="{E084EDCB-1F5A-4340-9128-985496EA678F}" type="pres">
      <dgm:prSet presAssocID="{931D8355-8CA8-4A4E-A3BD-114BAA48739C}" presName="node" presStyleLbl="node1" presStyleIdx="2" presStyleCnt="9">
        <dgm:presLayoutVars>
          <dgm:bulletEnabled val="1"/>
        </dgm:presLayoutVars>
      </dgm:prSet>
      <dgm:spPr/>
    </dgm:pt>
    <dgm:pt modelId="{354EF17D-4810-47D3-98AC-ECC166871EA1}" type="pres">
      <dgm:prSet presAssocID="{7CF7A373-5A74-407A-8352-A7444654A17F}" presName="parTrans" presStyleLbl="sibTrans2D1" presStyleIdx="3" presStyleCnt="9"/>
      <dgm:spPr/>
    </dgm:pt>
    <dgm:pt modelId="{F8A1A105-1F3A-4647-B64D-BC34650C75F5}" type="pres">
      <dgm:prSet presAssocID="{7CF7A373-5A74-407A-8352-A7444654A17F}" presName="connectorText" presStyleLbl="sibTrans2D1" presStyleIdx="3" presStyleCnt="9"/>
      <dgm:spPr/>
    </dgm:pt>
    <dgm:pt modelId="{2D09B75D-9830-4A22-A726-8369CD1A13AB}" type="pres">
      <dgm:prSet presAssocID="{95287E88-C20B-4462-8612-161EC35AACFF}" presName="node" presStyleLbl="node1" presStyleIdx="3" presStyleCnt="9">
        <dgm:presLayoutVars>
          <dgm:bulletEnabled val="1"/>
        </dgm:presLayoutVars>
      </dgm:prSet>
      <dgm:spPr/>
    </dgm:pt>
    <dgm:pt modelId="{DB7053CC-CB2A-4408-81AB-C922F3E8D53E}" type="pres">
      <dgm:prSet presAssocID="{191267BC-61DC-40C1-8B22-9221EEB42E03}" presName="parTrans" presStyleLbl="sibTrans2D1" presStyleIdx="4" presStyleCnt="9"/>
      <dgm:spPr/>
    </dgm:pt>
    <dgm:pt modelId="{5A4F637C-6CDC-47D6-BA8D-879B7FC49221}" type="pres">
      <dgm:prSet presAssocID="{191267BC-61DC-40C1-8B22-9221EEB42E03}" presName="connectorText" presStyleLbl="sibTrans2D1" presStyleIdx="4" presStyleCnt="9"/>
      <dgm:spPr/>
    </dgm:pt>
    <dgm:pt modelId="{DA8B58B4-8A99-4277-8665-1137DC794B72}" type="pres">
      <dgm:prSet presAssocID="{383939CC-B1F0-4D18-B96A-D950BEC5E50C}" presName="node" presStyleLbl="node1" presStyleIdx="4" presStyleCnt="9">
        <dgm:presLayoutVars>
          <dgm:bulletEnabled val="1"/>
        </dgm:presLayoutVars>
      </dgm:prSet>
      <dgm:spPr/>
    </dgm:pt>
    <dgm:pt modelId="{01FABDC0-F2D2-4B4D-986D-0EC7DD117711}" type="pres">
      <dgm:prSet presAssocID="{7095B14E-BF0D-42DF-90FC-20CB42235770}" presName="parTrans" presStyleLbl="sibTrans2D1" presStyleIdx="5" presStyleCnt="9"/>
      <dgm:spPr/>
    </dgm:pt>
    <dgm:pt modelId="{16F57FE4-DE6F-4AE3-BBDC-B248F838C72E}" type="pres">
      <dgm:prSet presAssocID="{7095B14E-BF0D-42DF-90FC-20CB42235770}" presName="connectorText" presStyleLbl="sibTrans2D1" presStyleIdx="5" presStyleCnt="9"/>
      <dgm:spPr/>
    </dgm:pt>
    <dgm:pt modelId="{2B39969B-3A65-4F04-A2E6-02BF4CDF838B}" type="pres">
      <dgm:prSet presAssocID="{5C1BD967-C695-4033-BB65-C2763D86D58E}" presName="node" presStyleLbl="node1" presStyleIdx="5" presStyleCnt="9">
        <dgm:presLayoutVars>
          <dgm:bulletEnabled val="1"/>
        </dgm:presLayoutVars>
      </dgm:prSet>
      <dgm:spPr/>
    </dgm:pt>
    <dgm:pt modelId="{9F1FBA05-2682-4F85-B5B0-4A916474C4FE}" type="pres">
      <dgm:prSet presAssocID="{5883C4EF-A731-4763-867F-A8B807FBD162}" presName="parTrans" presStyleLbl="sibTrans2D1" presStyleIdx="6" presStyleCnt="9"/>
      <dgm:spPr/>
    </dgm:pt>
    <dgm:pt modelId="{876AD536-BF3D-46D4-AD4F-C791733025F9}" type="pres">
      <dgm:prSet presAssocID="{5883C4EF-A731-4763-867F-A8B807FBD162}" presName="connectorText" presStyleLbl="sibTrans2D1" presStyleIdx="6" presStyleCnt="9"/>
      <dgm:spPr/>
    </dgm:pt>
    <dgm:pt modelId="{747A8277-87C8-43E6-9453-848C85B2814F}" type="pres">
      <dgm:prSet presAssocID="{E567D699-B7EA-48B2-8F90-7C271E84F518}" presName="node" presStyleLbl="node1" presStyleIdx="6" presStyleCnt="9">
        <dgm:presLayoutVars>
          <dgm:bulletEnabled val="1"/>
        </dgm:presLayoutVars>
      </dgm:prSet>
      <dgm:spPr/>
    </dgm:pt>
    <dgm:pt modelId="{A9DC3F40-F24D-4268-BEF2-23B806746448}" type="pres">
      <dgm:prSet presAssocID="{144E6AF9-66A9-4009-AA22-371130F5B105}" presName="parTrans" presStyleLbl="sibTrans2D1" presStyleIdx="7" presStyleCnt="9"/>
      <dgm:spPr/>
    </dgm:pt>
    <dgm:pt modelId="{4706C20E-61C6-45E7-9A0B-F68DAA652261}" type="pres">
      <dgm:prSet presAssocID="{144E6AF9-66A9-4009-AA22-371130F5B105}" presName="connectorText" presStyleLbl="sibTrans2D1" presStyleIdx="7" presStyleCnt="9"/>
      <dgm:spPr/>
    </dgm:pt>
    <dgm:pt modelId="{D89C8DF0-9FEC-4F99-9A0E-A930FC67EBDF}" type="pres">
      <dgm:prSet presAssocID="{D01DE3E7-7992-4C82-82BF-B49972CD405D}" presName="node" presStyleLbl="node1" presStyleIdx="7" presStyleCnt="9">
        <dgm:presLayoutVars>
          <dgm:bulletEnabled val="1"/>
        </dgm:presLayoutVars>
      </dgm:prSet>
      <dgm:spPr/>
    </dgm:pt>
    <dgm:pt modelId="{5270A39B-4782-412D-A2FB-E06B306AC972}" type="pres">
      <dgm:prSet presAssocID="{05628F3B-E055-4855-8DD3-7A7096819B72}" presName="parTrans" presStyleLbl="sibTrans2D1" presStyleIdx="8" presStyleCnt="9"/>
      <dgm:spPr/>
    </dgm:pt>
    <dgm:pt modelId="{31606460-4B4A-41E8-83AF-C844A5CF0568}" type="pres">
      <dgm:prSet presAssocID="{05628F3B-E055-4855-8DD3-7A7096819B72}" presName="connectorText" presStyleLbl="sibTrans2D1" presStyleIdx="8" presStyleCnt="9"/>
      <dgm:spPr/>
    </dgm:pt>
    <dgm:pt modelId="{D9477615-7B17-46FE-98D9-B86885592BA4}" type="pres">
      <dgm:prSet presAssocID="{158F7570-2A4B-426A-8BAD-AF63D0007E65}" presName="node" presStyleLbl="node1" presStyleIdx="8" presStyleCnt="9">
        <dgm:presLayoutVars>
          <dgm:bulletEnabled val="1"/>
        </dgm:presLayoutVars>
      </dgm:prSet>
      <dgm:spPr/>
    </dgm:pt>
  </dgm:ptLst>
  <dgm:cxnLst>
    <dgm:cxn modelId="{20213B00-AD60-42AE-80F9-9FA5966CDB06}" type="presOf" srcId="{D01DE3E7-7992-4C82-82BF-B49972CD405D}" destId="{D89C8DF0-9FEC-4F99-9A0E-A930FC67EBDF}" srcOrd="0" destOrd="0" presId="urn:microsoft.com/office/officeart/2005/8/layout/radial5"/>
    <dgm:cxn modelId="{B56D4902-2E71-4FF4-8063-8C4C86C490B2}" type="presOf" srcId="{7CF7A373-5A74-407A-8352-A7444654A17F}" destId="{F8A1A105-1F3A-4647-B64D-BC34650C75F5}" srcOrd="1" destOrd="0" presId="urn:microsoft.com/office/officeart/2005/8/layout/radial5"/>
    <dgm:cxn modelId="{B5997202-B4D6-4F4A-8A4F-A24024FE4A2A}" srcId="{33A1A5A8-6756-47EE-965F-078A9AB95988}" destId="{158F7570-2A4B-426A-8BAD-AF63D0007E65}" srcOrd="8" destOrd="0" parTransId="{05628F3B-E055-4855-8DD3-7A7096819B72}" sibTransId="{46EC3B83-C8B1-4258-8910-9081D43839A5}"/>
    <dgm:cxn modelId="{9EE4240F-2656-41F7-A6E3-1ECC2DBD3F64}" type="presOf" srcId="{931D8355-8CA8-4A4E-A3BD-114BAA48739C}" destId="{E084EDCB-1F5A-4340-9128-985496EA678F}" srcOrd="0" destOrd="0" presId="urn:microsoft.com/office/officeart/2005/8/layout/radial5"/>
    <dgm:cxn modelId="{762B7410-51AC-4FA0-A926-0AE155BEA1C8}" srcId="{33A1A5A8-6756-47EE-965F-078A9AB95988}" destId="{DA518C29-96A9-4ACF-B8F3-975AAE9AB2FE}" srcOrd="1" destOrd="0" parTransId="{992E9731-EA89-41FF-A99F-E1DF3EDBB359}" sibTransId="{C930BBBE-93CE-41CB-8FEC-8987B3296F55}"/>
    <dgm:cxn modelId="{42695611-AC91-44C8-AD41-EA4A09D6804E}" type="presOf" srcId="{5C1BD967-C695-4033-BB65-C2763D86D58E}" destId="{2B39969B-3A65-4F04-A2E6-02BF4CDF838B}" srcOrd="0" destOrd="0" presId="urn:microsoft.com/office/officeart/2005/8/layout/radial5"/>
    <dgm:cxn modelId="{45AE7D15-B021-4B6B-BE7E-AD1F57B8065D}" type="presOf" srcId="{05628F3B-E055-4855-8DD3-7A7096819B72}" destId="{31606460-4B4A-41E8-83AF-C844A5CF0568}" srcOrd="1" destOrd="0" presId="urn:microsoft.com/office/officeart/2005/8/layout/radial5"/>
    <dgm:cxn modelId="{B8A6701A-098D-46DA-9685-90EFFE549314}" type="presOf" srcId="{9D3E7CAD-4133-445E-9A59-8F0E378F45DD}" destId="{C112F52C-2EA1-4BC7-878E-0E75123F4BCC}" srcOrd="0" destOrd="0" presId="urn:microsoft.com/office/officeart/2005/8/layout/radial5"/>
    <dgm:cxn modelId="{91F1B921-15BF-4674-8D3D-564DA83EC2E7}" type="presOf" srcId="{5883C4EF-A731-4763-867F-A8B807FBD162}" destId="{9F1FBA05-2682-4F85-B5B0-4A916474C4FE}" srcOrd="0" destOrd="0" presId="urn:microsoft.com/office/officeart/2005/8/layout/radial5"/>
    <dgm:cxn modelId="{43CEF22A-A232-4143-BFFF-B31049B65788}" type="presOf" srcId="{992E9731-EA89-41FF-A99F-E1DF3EDBB359}" destId="{8899F0D0-3909-47B9-92EE-2B4EACAE11ED}" srcOrd="0" destOrd="0" presId="urn:microsoft.com/office/officeart/2005/8/layout/radial5"/>
    <dgm:cxn modelId="{5E383032-AA8E-467A-A0B3-6316001321EA}" type="presOf" srcId="{144E6AF9-66A9-4009-AA22-371130F5B105}" destId="{4706C20E-61C6-45E7-9A0B-F68DAA652261}" srcOrd="1" destOrd="0" presId="urn:microsoft.com/office/officeart/2005/8/layout/radial5"/>
    <dgm:cxn modelId="{F79EF834-1E91-411C-926B-82252ABD0B3C}" srcId="{33A1A5A8-6756-47EE-965F-078A9AB95988}" destId="{E567D699-B7EA-48B2-8F90-7C271E84F518}" srcOrd="6" destOrd="0" parTransId="{5883C4EF-A731-4763-867F-A8B807FBD162}" sibTransId="{F43E39C4-82A3-4A25-902A-52C1E7AB3055}"/>
    <dgm:cxn modelId="{D947B93D-2D65-463A-A5A9-B2C1EBEF196A}" type="presOf" srcId="{BA0860DD-AC01-4581-B5A8-02677CFB7356}" destId="{FD34448D-8E3D-4EAF-985B-581D754CE6C9}" srcOrd="0" destOrd="0" presId="urn:microsoft.com/office/officeart/2005/8/layout/radial5"/>
    <dgm:cxn modelId="{A8A0755B-BECE-49AD-A3C7-DB2A5F99E137}" type="presOf" srcId="{95287E88-C20B-4462-8612-161EC35AACFF}" destId="{2D09B75D-9830-4A22-A726-8369CD1A13AB}" srcOrd="0" destOrd="0" presId="urn:microsoft.com/office/officeart/2005/8/layout/radial5"/>
    <dgm:cxn modelId="{3D2B0E5D-DB4B-4635-AAA7-CAD66AEC3CAC}" type="presOf" srcId="{144E6AF9-66A9-4009-AA22-371130F5B105}" destId="{A9DC3F40-F24D-4268-BEF2-23B806746448}" srcOrd="0" destOrd="0" presId="urn:microsoft.com/office/officeart/2005/8/layout/radial5"/>
    <dgm:cxn modelId="{2C142C67-A3B9-4C9A-979B-298B3B45313A}" type="presOf" srcId="{7095B14E-BF0D-42DF-90FC-20CB42235770}" destId="{16F57FE4-DE6F-4AE3-BBDC-B248F838C72E}" srcOrd="1" destOrd="0" presId="urn:microsoft.com/office/officeart/2005/8/layout/radial5"/>
    <dgm:cxn modelId="{8D235F69-E367-4045-8718-85557D2819A7}" srcId="{33A1A5A8-6756-47EE-965F-078A9AB95988}" destId="{D01DE3E7-7992-4C82-82BF-B49972CD405D}" srcOrd="7" destOrd="0" parTransId="{144E6AF9-66A9-4009-AA22-371130F5B105}" sibTransId="{17C18A02-03C8-40E9-B6A8-92F8553D627B}"/>
    <dgm:cxn modelId="{E9F35C6A-27C5-4C3A-9E9B-D62F4506A77C}" type="presOf" srcId="{9D3E7CAD-4133-445E-9A59-8F0E378F45DD}" destId="{545CCF59-1BFB-40C2-AABD-55702F55C396}" srcOrd="1" destOrd="0" presId="urn:microsoft.com/office/officeart/2005/8/layout/radial5"/>
    <dgm:cxn modelId="{82B18A6A-5F9E-4F85-B3C5-65A6B04F22A5}" type="presOf" srcId="{DA518C29-96A9-4ACF-B8F3-975AAE9AB2FE}" destId="{C06117B4-D01F-4777-867E-3FC4A1FB9D5E}" srcOrd="0" destOrd="0" presId="urn:microsoft.com/office/officeart/2005/8/layout/radial5"/>
    <dgm:cxn modelId="{EFAB9B4C-8A1A-4E11-8B09-7D0693530D75}" srcId="{33A1A5A8-6756-47EE-965F-078A9AB95988}" destId="{5C1BD967-C695-4033-BB65-C2763D86D58E}" srcOrd="5" destOrd="0" parTransId="{7095B14E-BF0D-42DF-90FC-20CB42235770}" sibTransId="{3CCEA71E-AB90-441F-BA73-81E07EFDF951}"/>
    <dgm:cxn modelId="{C015444D-00FE-44ED-BC65-D6CC24DFD220}" type="presOf" srcId="{7CF7A373-5A74-407A-8352-A7444654A17F}" destId="{354EF17D-4810-47D3-98AC-ECC166871EA1}" srcOrd="0" destOrd="0" presId="urn:microsoft.com/office/officeart/2005/8/layout/radial5"/>
    <dgm:cxn modelId="{3FBAA951-62F7-4C3E-A470-21A97EA51258}" type="presOf" srcId="{162E3164-0C4C-4F81-9138-BEEC1A8E0546}" destId="{673C25DF-FEB8-426E-BD80-56E9A18D0A32}" srcOrd="0" destOrd="0" presId="urn:microsoft.com/office/officeart/2005/8/layout/radial5"/>
    <dgm:cxn modelId="{75492377-3D4A-4B47-8881-1809937C3ED3}" srcId="{33A1A5A8-6756-47EE-965F-078A9AB95988}" destId="{383939CC-B1F0-4D18-B96A-D950BEC5E50C}" srcOrd="4" destOrd="0" parTransId="{191267BC-61DC-40C1-8B22-9221EEB42E03}" sibTransId="{61B55AB1-E89C-4183-8788-DF867DE7387F}"/>
    <dgm:cxn modelId="{52D1A87F-C0EA-4662-B420-6C23D7FF8F54}" type="presOf" srcId="{992E9731-EA89-41FF-A99F-E1DF3EDBB359}" destId="{87757A67-AF9E-4C2C-BF41-7131E23D227C}" srcOrd="1" destOrd="0" presId="urn:microsoft.com/office/officeart/2005/8/layout/radial5"/>
    <dgm:cxn modelId="{6738E784-C7BB-44EF-A911-C07DE6C6FB0F}" type="presOf" srcId="{33A1A5A8-6756-47EE-965F-078A9AB95988}" destId="{4375E0B7-0C8A-4CDF-B8F6-7BB5E0325194}" srcOrd="0" destOrd="0" presId="urn:microsoft.com/office/officeart/2005/8/layout/radial5"/>
    <dgm:cxn modelId="{20EC8586-34EB-49B3-BDB0-BDB5747A14C0}" type="presOf" srcId="{7095B14E-BF0D-42DF-90FC-20CB42235770}" destId="{01FABDC0-F2D2-4B4D-986D-0EC7DD117711}" srcOrd="0" destOrd="0" presId="urn:microsoft.com/office/officeart/2005/8/layout/radial5"/>
    <dgm:cxn modelId="{ECC5EE88-D21B-4DF9-B637-F37F59F70117}" type="presOf" srcId="{5883C4EF-A731-4763-867F-A8B807FBD162}" destId="{876AD536-BF3D-46D4-AD4F-C791733025F9}" srcOrd="1" destOrd="0" presId="urn:microsoft.com/office/officeart/2005/8/layout/radial5"/>
    <dgm:cxn modelId="{E7347F91-2CD2-4DD2-A720-334D7FA6C302}" type="presOf" srcId="{05628F3B-E055-4855-8DD3-7A7096819B72}" destId="{5270A39B-4782-412D-A2FB-E06B306AC972}" srcOrd="0" destOrd="0" presId="urn:microsoft.com/office/officeart/2005/8/layout/radial5"/>
    <dgm:cxn modelId="{8C854FB2-0B7E-49C1-873F-A3209433C244}" type="presOf" srcId="{383939CC-B1F0-4D18-B96A-D950BEC5E50C}" destId="{DA8B58B4-8A99-4277-8665-1137DC794B72}" srcOrd="0" destOrd="0" presId="urn:microsoft.com/office/officeart/2005/8/layout/radial5"/>
    <dgm:cxn modelId="{1F6B32B5-5CE6-49A0-A302-9FE21A408568}" type="presOf" srcId="{9DF5F60A-D85B-42D8-B850-B62788B68BFF}" destId="{627AADAA-DDE2-422D-9FCC-D69C6F43BB86}" srcOrd="1" destOrd="0" presId="urn:microsoft.com/office/officeart/2005/8/layout/radial5"/>
    <dgm:cxn modelId="{2643E3B7-9097-43B9-A93B-806E4F50EAFF}" srcId="{33A1A5A8-6756-47EE-965F-078A9AB95988}" destId="{95287E88-C20B-4462-8612-161EC35AACFF}" srcOrd="3" destOrd="0" parTransId="{7CF7A373-5A74-407A-8352-A7444654A17F}" sibTransId="{71E6E607-E0A3-4920-9DBF-12F2E08E2DA3}"/>
    <dgm:cxn modelId="{68A4CBBA-214A-4A10-80AE-FCEC4FB372EE}" type="presOf" srcId="{191267BC-61DC-40C1-8B22-9221EEB42E03}" destId="{DB7053CC-CB2A-4408-81AB-C922F3E8D53E}" srcOrd="0" destOrd="0" presId="urn:microsoft.com/office/officeart/2005/8/layout/radial5"/>
    <dgm:cxn modelId="{C32E73BF-B715-4BBA-907D-264C5C0B4C06}" type="presOf" srcId="{9DF5F60A-D85B-42D8-B850-B62788B68BFF}" destId="{3E79599A-84F7-4A94-83FD-AAE5511B4867}" srcOrd="0" destOrd="0" presId="urn:microsoft.com/office/officeart/2005/8/layout/radial5"/>
    <dgm:cxn modelId="{D744CEC9-17AC-4067-8EEE-ED2CEAD21E12}" srcId="{33A1A5A8-6756-47EE-965F-078A9AB95988}" destId="{162E3164-0C4C-4F81-9138-BEEC1A8E0546}" srcOrd="0" destOrd="0" parTransId="{9DF5F60A-D85B-42D8-B850-B62788B68BFF}" sibTransId="{56DE1BCD-F717-4795-A385-E156CB70484F}"/>
    <dgm:cxn modelId="{E188A0D0-DD46-48DF-B138-541E305A3335}" type="presOf" srcId="{191267BC-61DC-40C1-8B22-9221EEB42E03}" destId="{5A4F637C-6CDC-47D6-BA8D-879B7FC49221}" srcOrd="1" destOrd="0" presId="urn:microsoft.com/office/officeart/2005/8/layout/radial5"/>
    <dgm:cxn modelId="{10A5A8D5-48C8-4FE8-B302-30DADFB50A61}" type="presOf" srcId="{158F7570-2A4B-426A-8BAD-AF63D0007E65}" destId="{D9477615-7B17-46FE-98D9-B86885592BA4}" srcOrd="0" destOrd="0" presId="urn:microsoft.com/office/officeart/2005/8/layout/radial5"/>
    <dgm:cxn modelId="{EB7680F8-8CD2-45CF-882D-4547B6ACA38D}" srcId="{BA0860DD-AC01-4581-B5A8-02677CFB7356}" destId="{33A1A5A8-6756-47EE-965F-078A9AB95988}" srcOrd="0" destOrd="0" parTransId="{35534C00-CE18-4A69-8E30-241DB31D13FA}" sibTransId="{4006BFCA-4D28-466B-9EF9-20DE0C4F1F46}"/>
    <dgm:cxn modelId="{73FD98FC-B7F5-4833-B460-DE5ECEFF6EF5}" srcId="{33A1A5A8-6756-47EE-965F-078A9AB95988}" destId="{931D8355-8CA8-4A4E-A3BD-114BAA48739C}" srcOrd="2" destOrd="0" parTransId="{9D3E7CAD-4133-445E-9A59-8F0E378F45DD}" sibTransId="{99BEDB34-C9FC-4EAD-991C-605EA7DDAE22}"/>
    <dgm:cxn modelId="{3389C7FE-1B63-4C12-A5F5-9E940E4BEBE3}" type="presOf" srcId="{E567D699-B7EA-48B2-8F90-7C271E84F518}" destId="{747A8277-87C8-43E6-9453-848C85B2814F}" srcOrd="0" destOrd="0" presId="urn:microsoft.com/office/officeart/2005/8/layout/radial5"/>
    <dgm:cxn modelId="{99654B00-3913-46FD-AEF5-AF712E75DBEB}" type="presParOf" srcId="{FD34448D-8E3D-4EAF-985B-581D754CE6C9}" destId="{4375E0B7-0C8A-4CDF-B8F6-7BB5E0325194}" srcOrd="0" destOrd="0" presId="urn:microsoft.com/office/officeart/2005/8/layout/radial5"/>
    <dgm:cxn modelId="{884D47F1-E52A-468B-AD06-19AF7375A979}" type="presParOf" srcId="{FD34448D-8E3D-4EAF-985B-581D754CE6C9}" destId="{3E79599A-84F7-4A94-83FD-AAE5511B4867}" srcOrd="1" destOrd="0" presId="urn:microsoft.com/office/officeart/2005/8/layout/radial5"/>
    <dgm:cxn modelId="{4993D89B-EC24-4E77-AD83-4D8487A87472}" type="presParOf" srcId="{3E79599A-84F7-4A94-83FD-AAE5511B4867}" destId="{627AADAA-DDE2-422D-9FCC-D69C6F43BB86}" srcOrd="0" destOrd="0" presId="urn:microsoft.com/office/officeart/2005/8/layout/radial5"/>
    <dgm:cxn modelId="{57BF7E84-3B01-4EEA-A220-F7E9583363FF}" type="presParOf" srcId="{FD34448D-8E3D-4EAF-985B-581D754CE6C9}" destId="{673C25DF-FEB8-426E-BD80-56E9A18D0A32}" srcOrd="2" destOrd="0" presId="urn:microsoft.com/office/officeart/2005/8/layout/radial5"/>
    <dgm:cxn modelId="{33A7904A-B3E8-48C7-8C8A-851BC8BA95E6}" type="presParOf" srcId="{FD34448D-8E3D-4EAF-985B-581D754CE6C9}" destId="{8899F0D0-3909-47B9-92EE-2B4EACAE11ED}" srcOrd="3" destOrd="0" presId="urn:microsoft.com/office/officeart/2005/8/layout/radial5"/>
    <dgm:cxn modelId="{0F6F8907-3169-43F3-9EF5-54648F45A262}" type="presParOf" srcId="{8899F0D0-3909-47B9-92EE-2B4EACAE11ED}" destId="{87757A67-AF9E-4C2C-BF41-7131E23D227C}" srcOrd="0" destOrd="0" presId="urn:microsoft.com/office/officeart/2005/8/layout/radial5"/>
    <dgm:cxn modelId="{303C9626-6187-4506-B105-845474156EA6}" type="presParOf" srcId="{FD34448D-8E3D-4EAF-985B-581D754CE6C9}" destId="{C06117B4-D01F-4777-867E-3FC4A1FB9D5E}" srcOrd="4" destOrd="0" presId="urn:microsoft.com/office/officeart/2005/8/layout/radial5"/>
    <dgm:cxn modelId="{06A12ADE-A1FE-463A-B60F-13DA1CE8A792}" type="presParOf" srcId="{FD34448D-8E3D-4EAF-985B-581D754CE6C9}" destId="{C112F52C-2EA1-4BC7-878E-0E75123F4BCC}" srcOrd="5" destOrd="0" presId="urn:microsoft.com/office/officeart/2005/8/layout/radial5"/>
    <dgm:cxn modelId="{94EFBE20-ADA8-435B-859B-6C456E023753}" type="presParOf" srcId="{C112F52C-2EA1-4BC7-878E-0E75123F4BCC}" destId="{545CCF59-1BFB-40C2-AABD-55702F55C396}" srcOrd="0" destOrd="0" presId="urn:microsoft.com/office/officeart/2005/8/layout/radial5"/>
    <dgm:cxn modelId="{E743DA6B-DD68-4B76-BE57-CDB77DE075C7}" type="presParOf" srcId="{FD34448D-8E3D-4EAF-985B-581D754CE6C9}" destId="{E084EDCB-1F5A-4340-9128-985496EA678F}" srcOrd="6" destOrd="0" presId="urn:microsoft.com/office/officeart/2005/8/layout/radial5"/>
    <dgm:cxn modelId="{2A2D10D7-B6AE-464B-BCEE-A6C753C0B6B9}" type="presParOf" srcId="{FD34448D-8E3D-4EAF-985B-581D754CE6C9}" destId="{354EF17D-4810-47D3-98AC-ECC166871EA1}" srcOrd="7" destOrd="0" presId="urn:microsoft.com/office/officeart/2005/8/layout/radial5"/>
    <dgm:cxn modelId="{C4F1A221-9793-4022-B127-E4554F647D32}" type="presParOf" srcId="{354EF17D-4810-47D3-98AC-ECC166871EA1}" destId="{F8A1A105-1F3A-4647-B64D-BC34650C75F5}" srcOrd="0" destOrd="0" presId="urn:microsoft.com/office/officeart/2005/8/layout/radial5"/>
    <dgm:cxn modelId="{9BBE9DE2-6B82-4057-AFD4-8B2B458209F2}" type="presParOf" srcId="{FD34448D-8E3D-4EAF-985B-581D754CE6C9}" destId="{2D09B75D-9830-4A22-A726-8369CD1A13AB}" srcOrd="8" destOrd="0" presId="urn:microsoft.com/office/officeart/2005/8/layout/radial5"/>
    <dgm:cxn modelId="{F6E08E21-99E8-42DD-ACEC-FB743FE83385}" type="presParOf" srcId="{FD34448D-8E3D-4EAF-985B-581D754CE6C9}" destId="{DB7053CC-CB2A-4408-81AB-C922F3E8D53E}" srcOrd="9" destOrd="0" presId="urn:microsoft.com/office/officeart/2005/8/layout/radial5"/>
    <dgm:cxn modelId="{884DF8C9-B081-42B4-9D0E-1E686C505A38}" type="presParOf" srcId="{DB7053CC-CB2A-4408-81AB-C922F3E8D53E}" destId="{5A4F637C-6CDC-47D6-BA8D-879B7FC49221}" srcOrd="0" destOrd="0" presId="urn:microsoft.com/office/officeart/2005/8/layout/radial5"/>
    <dgm:cxn modelId="{5D66876F-7F7F-4244-925C-D6D09C346357}" type="presParOf" srcId="{FD34448D-8E3D-4EAF-985B-581D754CE6C9}" destId="{DA8B58B4-8A99-4277-8665-1137DC794B72}" srcOrd="10" destOrd="0" presId="urn:microsoft.com/office/officeart/2005/8/layout/radial5"/>
    <dgm:cxn modelId="{36D373CD-EC22-4A36-8D4F-01F0E985E691}" type="presParOf" srcId="{FD34448D-8E3D-4EAF-985B-581D754CE6C9}" destId="{01FABDC0-F2D2-4B4D-986D-0EC7DD117711}" srcOrd="11" destOrd="0" presId="urn:microsoft.com/office/officeart/2005/8/layout/radial5"/>
    <dgm:cxn modelId="{C223E7D3-55DA-44F2-8311-9C96D64BEDA9}" type="presParOf" srcId="{01FABDC0-F2D2-4B4D-986D-0EC7DD117711}" destId="{16F57FE4-DE6F-4AE3-BBDC-B248F838C72E}" srcOrd="0" destOrd="0" presId="urn:microsoft.com/office/officeart/2005/8/layout/radial5"/>
    <dgm:cxn modelId="{2B7895B7-AA9A-40A1-90F7-7683749750BD}" type="presParOf" srcId="{FD34448D-8E3D-4EAF-985B-581D754CE6C9}" destId="{2B39969B-3A65-4F04-A2E6-02BF4CDF838B}" srcOrd="12" destOrd="0" presId="urn:microsoft.com/office/officeart/2005/8/layout/radial5"/>
    <dgm:cxn modelId="{02D430DD-899C-4780-9706-A0EEB84E7AF3}" type="presParOf" srcId="{FD34448D-8E3D-4EAF-985B-581D754CE6C9}" destId="{9F1FBA05-2682-4F85-B5B0-4A916474C4FE}" srcOrd="13" destOrd="0" presId="urn:microsoft.com/office/officeart/2005/8/layout/radial5"/>
    <dgm:cxn modelId="{68AE87F2-E024-454E-BD3F-490204358395}" type="presParOf" srcId="{9F1FBA05-2682-4F85-B5B0-4A916474C4FE}" destId="{876AD536-BF3D-46D4-AD4F-C791733025F9}" srcOrd="0" destOrd="0" presId="urn:microsoft.com/office/officeart/2005/8/layout/radial5"/>
    <dgm:cxn modelId="{866C74FF-8872-4E1B-A07A-097ABCE0E05A}" type="presParOf" srcId="{FD34448D-8E3D-4EAF-985B-581D754CE6C9}" destId="{747A8277-87C8-43E6-9453-848C85B2814F}" srcOrd="14" destOrd="0" presId="urn:microsoft.com/office/officeart/2005/8/layout/radial5"/>
    <dgm:cxn modelId="{12FC5A59-A120-4EC7-A8D8-ACCDF585A57E}" type="presParOf" srcId="{FD34448D-8E3D-4EAF-985B-581D754CE6C9}" destId="{A9DC3F40-F24D-4268-BEF2-23B806746448}" srcOrd="15" destOrd="0" presId="urn:microsoft.com/office/officeart/2005/8/layout/radial5"/>
    <dgm:cxn modelId="{11785445-A86D-452F-A9BE-F92787E0087D}" type="presParOf" srcId="{A9DC3F40-F24D-4268-BEF2-23B806746448}" destId="{4706C20E-61C6-45E7-9A0B-F68DAA652261}" srcOrd="0" destOrd="0" presId="urn:microsoft.com/office/officeart/2005/8/layout/radial5"/>
    <dgm:cxn modelId="{808215B6-BBAF-4FCA-82B7-7421595C7002}" type="presParOf" srcId="{FD34448D-8E3D-4EAF-985B-581D754CE6C9}" destId="{D89C8DF0-9FEC-4F99-9A0E-A930FC67EBDF}" srcOrd="16" destOrd="0" presId="urn:microsoft.com/office/officeart/2005/8/layout/radial5"/>
    <dgm:cxn modelId="{70E60A25-5665-47A2-8F7B-C526DD1D7625}" type="presParOf" srcId="{FD34448D-8E3D-4EAF-985B-581D754CE6C9}" destId="{5270A39B-4782-412D-A2FB-E06B306AC972}" srcOrd="17" destOrd="0" presId="urn:microsoft.com/office/officeart/2005/8/layout/radial5"/>
    <dgm:cxn modelId="{950D5FEC-502A-48D7-BB88-7558B439814D}" type="presParOf" srcId="{5270A39B-4782-412D-A2FB-E06B306AC972}" destId="{31606460-4B4A-41E8-83AF-C844A5CF0568}" srcOrd="0" destOrd="0" presId="urn:microsoft.com/office/officeart/2005/8/layout/radial5"/>
    <dgm:cxn modelId="{7874255B-E6AA-453F-99B6-BB1B8EF14004}" type="presParOf" srcId="{FD34448D-8E3D-4EAF-985B-581D754CE6C9}" destId="{D9477615-7B17-46FE-98D9-B86885592BA4}" srcOrd="18" destOrd="0" presId="urn:microsoft.com/office/officeart/2005/8/layout/radial5"/>
  </dgm:cxnLst>
  <dgm:bg>
    <a:solidFill>
      <a:schemeClr val="bg1">
        <a:lumMod val="85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75E0B7-0C8A-4CDF-B8F6-7BB5E0325194}">
      <dsp:nvSpPr>
        <dsp:cNvPr id="0" name=""/>
        <dsp:cNvSpPr/>
      </dsp:nvSpPr>
      <dsp:spPr>
        <a:xfrm>
          <a:off x="5189334" y="2605599"/>
          <a:ext cx="1813331" cy="181333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USES</a:t>
          </a:r>
        </a:p>
      </dsp:txBody>
      <dsp:txXfrm>
        <a:off x="5454890" y="2871155"/>
        <a:ext cx="1282219" cy="1282219"/>
      </dsp:txXfrm>
    </dsp:sp>
    <dsp:sp modelId="{3E79599A-84F7-4A94-83FD-AAE5511B4867}">
      <dsp:nvSpPr>
        <dsp:cNvPr id="0" name=""/>
        <dsp:cNvSpPr/>
      </dsp:nvSpPr>
      <dsp:spPr>
        <a:xfrm rot="16200000">
          <a:off x="5796716" y="1749588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5886501" y="1962679"/>
        <a:ext cx="418996" cy="369920"/>
      </dsp:txXfrm>
    </dsp:sp>
    <dsp:sp modelId="{673C25DF-FEB8-426E-BD80-56E9A18D0A32}">
      <dsp:nvSpPr>
        <dsp:cNvPr id="0" name=""/>
        <dsp:cNvSpPr/>
      </dsp:nvSpPr>
      <dsp:spPr>
        <a:xfrm>
          <a:off x="5370667" y="25564"/>
          <a:ext cx="1450664" cy="145066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Computer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Vision</a:t>
          </a:r>
        </a:p>
      </dsp:txBody>
      <dsp:txXfrm>
        <a:off x="5583112" y="238009"/>
        <a:ext cx="1025774" cy="1025774"/>
      </dsp:txXfrm>
    </dsp:sp>
    <dsp:sp modelId="{8899F0D0-3909-47B9-92EE-2B4EACAE11ED}">
      <dsp:nvSpPr>
        <dsp:cNvPr id="0" name=""/>
        <dsp:cNvSpPr/>
      </dsp:nvSpPr>
      <dsp:spPr>
        <a:xfrm rot="18600000">
          <a:off x="6727963" y="2118706"/>
          <a:ext cx="557411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757830" y="2306062"/>
        <a:ext cx="390188" cy="369920"/>
      </dsp:txXfrm>
    </dsp:sp>
    <dsp:sp modelId="{C06117B4-D01F-4777-867E-3FC4A1FB9D5E}">
      <dsp:nvSpPr>
        <dsp:cNvPr id="0" name=""/>
        <dsp:cNvSpPr/>
      </dsp:nvSpPr>
      <dsp:spPr>
        <a:xfrm>
          <a:off x="7085402" y="580971"/>
          <a:ext cx="1571142" cy="1631925"/>
        </a:xfrm>
        <a:prstGeom prst="ellipse">
          <a:avLst/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Speech Recognition</a:t>
          </a:r>
        </a:p>
      </dsp:txBody>
      <dsp:txXfrm>
        <a:off x="7315490" y="819961"/>
        <a:ext cx="1110966" cy="1153945"/>
      </dsp:txXfrm>
    </dsp:sp>
    <dsp:sp modelId="{C112F52C-2EA1-4BC7-878E-0E75123F4BCC}">
      <dsp:nvSpPr>
        <dsp:cNvPr id="0" name=""/>
        <dsp:cNvSpPr/>
      </dsp:nvSpPr>
      <dsp:spPr>
        <a:xfrm rot="21000000">
          <a:off x="7229031" y="2951443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230395" y="3090340"/>
        <a:ext cx="418996" cy="369920"/>
      </dsp:txXfrm>
    </dsp:sp>
    <dsp:sp modelId="{E084EDCB-1F5A-4340-9128-985496EA678F}">
      <dsp:nvSpPr>
        <dsp:cNvPr id="0" name=""/>
        <dsp:cNvSpPr/>
      </dsp:nvSpPr>
      <dsp:spPr>
        <a:xfrm>
          <a:off x="8090084" y="2307426"/>
          <a:ext cx="1450664" cy="1450664"/>
        </a:xfrm>
        <a:prstGeom prst="ellipse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Health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&amp;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Medicine</a:t>
          </a:r>
        </a:p>
      </dsp:txBody>
      <dsp:txXfrm>
        <a:off x="8302529" y="2519871"/>
        <a:ext cx="1025774" cy="1025774"/>
      </dsp:txXfrm>
    </dsp:sp>
    <dsp:sp modelId="{354EF17D-4810-47D3-98AC-ECC166871EA1}">
      <dsp:nvSpPr>
        <dsp:cNvPr id="0" name=""/>
        <dsp:cNvSpPr/>
      </dsp:nvSpPr>
      <dsp:spPr>
        <a:xfrm rot="1800000">
          <a:off x="7056273" y="3931204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7068302" y="4009618"/>
        <a:ext cx="418996" cy="369920"/>
      </dsp:txXfrm>
    </dsp:sp>
    <dsp:sp modelId="{2D09B75D-9830-4A22-A726-8369CD1A13AB}">
      <dsp:nvSpPr>
        <dsp:cNvPr id="0" name=""/>
        <dsp:cNvSpPr/>
      </dsp:nvSpPr>
      <dsp:spPr>
        <a:xfrm>
          <a:off x="7762083" y="4167617"/>
          <a:ext cx="1450664" cy="1450664"/>
        </a:xfrm>
        <a:prstGeom prst="ellipse">
          <a:avLst/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Robotics</a:t>
          </a:r>
        </a:p>
      </dsp:txBody>
      <dsp:txXfrm>
        <a:off x="7974528" y="4380062"/>
        <a:ext cx="1025774" cy="1025774"/>
      </dsp:txXfrm>
    </dsp:sp>
    <dsp:sp modelId="{DB7053CC-CB2A-4408-81AB-C922F3E8D53E}">
      <dsp:nvSpPr>
        <dsp:cNvPr id="0" name=""/>
        <dsp:cNvSpPr/>
      </dsp:nvSpPr>
      <dsp:spPr>
        <a:xfrm rot="4200000">
          <a:off x="6294154" y="4570697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>
        <a:off x="6353231" y="4609633"/>
        <a:ext cx="418996" cy="369920"/>
      </dsp:txXfrm>
    </dsp:sp>
    <dsp:sp modelId="{DA8B58B4-8A99-4277-8665-1137DC794B72}">
      <dsp:nvSpPr>
        <dsp:cNvPr id="0" name=""/>
        <dsp:cNvSpPr/>
      </dsp:nvSpPr>
      <dsp:spPr>
        <a:xfrm>
          <a:off x="6315111" y="5381770"/>
          <a:ext cx="1450664" cy="1450664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Science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&amp;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Research</a:t>
          </a:r>
        </a:p>
      </dsp:txBody>
      <dsp:txXfrm>
        <a:off x="6527556" y="5594215"/>
        <a:ext cx="1025774" cy="1025774"/>
      </dsp:txXfrm>
    </dsp:sp>
    <dsp:sp modelId="{01FABDC0-F2D2-4B4D-986D-0EC7DD117711}">
      <dsp:nvSpPr>
        <dsp:cNvPr id="0" name=""/>
        <dsp:cNvSpPr/>
      </dsp:nvSpPr>
      <dsp:spPr>
        <a:xfrm rot="6600000">
          <a:off x="5299279" y="4570697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419772" y="4609633"/>
        <a:ext cx="418996" cy="369920"/>
      </dsp:txXfrm>
    </dsp:sp>
    <dsp:sp modelId="{2B39969B-3A65-4F04-A2E6-02BF4CDF838B}">
      <dsp:nvSpPr>
        <dsp:cNvPr id="0" name=""/>
        <dsp:cNvSpPr/>
      </dsp:nvSpPr>
      <dsp:spPr>
        <a:xfrm>
          <a:off x="4426223" y="5381770"/>
          <a:ext cx="1450664" cy="1450664"/>
        </a:xfrm>
        <a:prstGeom prst="ellipse">
          <a:avLst/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Automation</a:t>
          </a:r>
        </a:p>
      </dsp:txBody>
      <dsp:txXfrm>
        <a:off x="4638668" y="5594215"/>
        <a:ext cx="1025774" cy="1025774"/>
      </dsp:txXfrm>
    </dsp:sp>
    <dsp:sp modelId="{9F1FBA05-2682-4F85-B5B0-4A916474C4FE}">
      <dsp:nvSpPr>
        <dsp:cNvPr id="0" name=""/>
        <dsp:cNvSpPr/>
      </dsp:nvSpPr>
      <dsp:spPr>
        <a:xfrm rot="9000000">
          <a:off x="4537160" y="3931204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704701" y="4009618"/>
        <a:ext cx="418996" cy="369920"/>
      </dsp:txXfrm>
    </dsp:sp>
    <dsp:sp modelId="{747A8277-87C8-43E6-9453-848C85B2814F}">
      <dsp:nvSpPr>
        <dsp:cNvPr id="0" name=""/>
        <dsp:cNvSpPr/>
      </dsp:nvSpPr>
      <dsp:spPr>
        <a:xfrm>
          <a:off x="2979252" y="4167617"/>
          <a:ext cx="1450664" cy="1450664"/>
        </a:xfrm>
        <a:prstGeom prst="ellipse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Finance</a:t>
          </a:r>
        </a:p>
      </dsp:txBody>
      <dsp:txXfrm>
        <a:off x="3191697" y="4380062"/>
        <a:ext cx="1025774" cy="1025774"/>
      </dsp:txXfrm>
    </dsp:sp>
    <dsp:sp modelId="{A9DC3F40-F24D-4268-BEF2-23B806746448}">
      <dsp:nvSpPr>
        <dsp:cNvPr id="0" name=""/>
        <dsp:cNvSpPr/>
      </dsp:nvSpPr>
      <dsp:spPr>
        <a:xfrm rot="11400000">
          <a:off x="4364402" y="2951443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4542608" y="3090340"/>
        <a:ext cx="418996" cy="369920"/>
      </dsp:txXfrm>
    </dsp:sp>
    <dsp:sp modelId="{D89C8DF0-9FEC-4F99-9A0E-A930FC67EBDF}">
      <dsp:nvSpPr>
        <dsp:cNvPr id="0" name=""/>
        <dsp:cNvSpPr/>
      </dsp:nvSpPr>
      <dsp:spPr>
        <a:xfrm>
          <a:off x="2651250" y="2307426"/>
          <a:ext cx="1450664" cy="1450664"/>
        </a:xfrm>
        <a:prstGeom prst="ellipse">
          <a:avLst/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Gaming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&amp;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Entertainment</a:t>
          </a:r>
        </a:p>
      </dsp:txBody>
      <dsp:txXfrm>
        <a:off x="2863695" y="2519871"/>
        <a:ext cx="1025774" cy="1025774"/>
      </dsp:txXfrm>
    </dsp:sp>
    <dsp:sp modelId="{5270A39B-4782-412D-A2FB-E06B306AC972}">
      <dsp:nvSpPr>
        <dsp:cNvPr id="0" name=""/>
        <dsp:cNvSpPr/>
      </dsp:nvSpPr>
      <dsp:spPr>
        <a:xfrm rot="13800000">
          <a:off x="4861839" y="2089856"/>
          <a:ext cx="598566" cy="6165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/>
        </a:p>
      </dsp:txBody>
      <dsp:txXfrm rot="10800000">
        <a:off x="5009337" y="2281941"/>
        <a:ext cx="418996" cy="369920"/>
      </dsp:txXfrm>
    </dsp:sp>
    <dsp:sp modelId="{D9477615-7B17-46FE-98D9-B86885592BA4}">
      <dsp:nvSpPr>
        <dsp:cNvPr id="0" name=""/>
        <dsp:cNvSpPr/>
      </dsp:nvSpPr>
      <dsp:spPr>
        <a:xfrm>
          <a:off x="3595693" y="671601"/>
          <a:ext cx="1450664" cy="1450664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Natural Language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Processing </a:t>
          </a:r>
        </a:p>
      </dsp:txBody>
      <dsp:txXfrm>
        <a:off x="3808138" y="884046"/>
        <a:ext cx="1025774" cy="1025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6062F-412C-4321-94B9-5CE5C4257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A18EF-B56F-4829-B500-D56EA6503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6DF54-2E9E-4D78-951B-E3787CED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F2E6E-EFC1-4A26-B9AE-F069038C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B6FD2-4C6E-45C8-B8DB-EE8C7ADA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84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2EA8-260F-4415-A4B7-9C9BFD2CD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CF49A-42A7-4456-B1E2-A44958B8F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56818-2742-45CA-9773-54BB4D63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7120-CD19-443F-BF54-E5140EBE3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6ED0-4A37-48D2-9B65-60E3B93A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9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D245B-F600-4D6E-B56A-9C22D4ED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4DAD7-68BB-4148-974B-E6C32A7FD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08638-9700-43DF-BC5E-0D35A9D7D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646FB-B9BB-4589-88CB-74023E52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38BE6-4DEB-4359-BAE4-AEF9ABC1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6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C50B-258B-4046-812A-23514031B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271DC-728D-4BFC-93A2-741F39A1C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E6BFD-B182-43D0-B10D-6AE6A113D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0E518-DA6A-4D42-BBD1-4093710A8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22236-0E10-434E-BB2A-50253FB9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F87F3-F344-43F9-B39F-DD506106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5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8B78C-3C14-4C3F-AD1C-E7952028C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07F04-EFAF-4B55-AFEF-FE1251244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C0B69-01E4-43E7-9DD8-B97493DFC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4A6EB3-4F93-4EDB-8717-3AD7A7830F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79E92-AC64-4BE9-98D8-5676976D2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E34AD9-6D8C-47F4-B757-8F62C9CA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5A70D1-A413-4AED-991F-4061C546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3F844-B91A-43FE-8B91-76405F2B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4D8F-AD66-4865-9DAC-3DD39DCA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5D7D5-0536-4336-9A19-78778CB49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6981D-4083-4B37-82B6-6050DBAB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BDCB3-79E3-454C-A9C7-54093168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59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0DE49-8486-4A11-9ED4-B17C9978A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652AC5-D33F-4907-A46D-8C049AF2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07020-ADA2-4E98-A538-E1B6AC82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9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1D52-8423-4ADC-A59A-A92B5E38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CB40-384D-4E51-B7BD-FF9493323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9BF05-EEAD-4078-91A4-015E0AB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DBA9A-B50A-47D0-B65C-08F566C3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218F6-6949-4729-9F71-4F6761DC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B0604-BF36-4EA5-8D79-16730D28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48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5A32-C90A-4EFD-8191-4FAA59F0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084BA-C6E9-41B4-AACB-02AB7B731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A8E8E-8C5F-42DD-93F2-87A754613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CED9F-FD97-4B88-8A39-4F06AA235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307B0-063C-4BAF-8BC6-7234701D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AD07-B65F-4EF6-9F32-99F94BC3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4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938E-CFE6-4580-A01B-3A5153F2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090D8-1E46-490A-851E-394F56AEC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D353C-25B3-4B81-9F65-4DDBDB02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652C0-59B2-444E-8DD7-8B709A26E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371E8-DBBC-4DA9-9D70-2179B413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0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B9DA45-22D3-4D40-A35F-704CF8EA56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54EA64-208E-4C89-927D-CD5C49B98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0B292-6C89-4382-9170-96D616C55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42F-7396-409F-A8CF-81974B783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0F80B-53FC-4A26-BFD4-AB78F3235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4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CD34C-E942-471B-9B7C-DC77E22A0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765C7-9236-4234-91AF-F7C1268EC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E2875-1D59-470D-A612-6DF09BE7D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C187A-1A71-423A-8048-70ED943AB4C8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37F2-868B-4F2A-AD00-0891A3F32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759E9-81C6-42E3-A24E-1A65E44C6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24AC1-BAF5-4E73-A909-26EF5CC93F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98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B4D8D7-842F-4E7F-BEA5-4E7826803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4354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71BDD88-69FE-489D-91F0-78D05B385504}"/>
              </a:ext>
            </a:extLst>
          </p:cNvPr>
          <p:cNvSpPr/>
          <p:nvPr/>
        </p:nvSpPr>
        <p:spPr>
          <a:xfrm>
            <a:off x="67234" y="2281535"/>
            <a:ext cx="12057532" cy="203132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</a:t>
            </a:r>
            <a:r>
              <a:rPr lang="en-US" sz="7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ctr"/>
            <a:r>
              <a:rPr lang="en-US" sz="5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MACHINES LEARN LIKE OUR BRAIN</a:t>
            </a:r>
            <a:endParaRPr lang="en-US" sz="4400" b="1" cap="none" spc="0" dirty="0">
              <a:ln w="0"/>
              <a:solidFill>
                <a:schemeClr val="bg1">
                  <a:lumMod val="9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92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46417-2922-4DB4-B71F-281FB9A18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618" y="904009"/>
            <a:ext cx="4488873" cy="25249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CFAAA-9C0A-40C4-A497-D3A145E72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956" y="3958938"/>
            <a:ext cx="4488871" cy="2524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AE91BD-C13F-4F88-A437-12E366F78A9B}"/>
              </a:ext>
            </a:extLst>
          </p:cNvPr>
          <p:cNvSpPr txBox="1"/>
          <p:nvPr/>
        </p:nvSpPr>
        <p:spPr>
          <a:xfrm>
            <a:off x="4184073" y="207818"/>
            <a:ext cx="2784763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How it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5D429-9799-4BF8-9CBB-F51D27CBB8DC}"/>
              </a:ext>
            </a:extLst>
          </p:cNvPr>
          <p:cNvSpPr txBox="1"/>
          <p:nvPr/>
        </p:nvSpPr>
        <p:spPr>
          <a:xfrm>
            <a:off x="623455" y="1417913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 &amp; Detection: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C70CB-83CF-48D0-8192-8CAB17C48A9C}"/>
              </a:ext>
            </a:extLst>
          </p:cNvPr>
          <p:cNvSpPr txBox="1"/>
          <p:nvPr/>
        </p:nvSpPr>
        <p:spPr>
          <a:xfrm>
            <a:off x="623455" y="1856915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 (The CNN Magic)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458096-9E75-4F9B-82FB-208C8AFFBADC}"/>
              </a:ext>
            </a:extLst>
          </p:cNvPr>
          <p:cNvSpPr txBox="1"/>
          <p:nvPr/>
        </p:nvSpPr>
        <p:spPr>
          <a:xfrm>
            <a:off x="623455" y="2295917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Print Generation (Data Conversion):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F5399-0CD9-478A-B5FC-36BF32CB0537}"/>
              </a:ext>
            </a:extLst>
          </p:cNvPr>
          <p:cNvSpPr txBox="1"/>
          <p:nvPr/>
        </p:nvSpPr>
        <p:spPr>
          <a:xfrm>
            <a:off x="623455" y="2734918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&amp; Identification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7D4F7-B638-472B-8083-03F4024F31FD}"/>
              </a:ext>
            </a:extLst>
          </p:cNvPr>
          <p:cNvSpPr txBox="1"/>
          <p:nvPr/>
        </p:nvSpPr>
        <p:spPr>
          <a:xfrm>
            <a:off x="332509" y="1076421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7E587-0C08-4101-BE50-A3FD64C13847}"/>
              </a:ext>
            </a:extLst>
          </p:cNvPr>
          <p:cNvSpPr txBox="1"/>
          <p:nvPr/>
        </p:nvSpPr>
        <p:spPr>
          <a:xfrm>
            <a:off x="637310" y="4534243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C8EF3-5306-4FA1-9C66-9BB896D51B7F}"/>
              </a:ext>
            </a:extLst>
          </p:cNvPr>
          <p:cNvSpPr txBox="1"/>
          <p:nvPr/>
        </p:nvSpPr>
        <p:spPr>
          <a:xfrm>
            <a:off x="637310" y="4973245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F1948-F8D1-4456-844C-C5EBE3D339C9}"/>
              </a:ext>
            </a:extLst>
          </p:cNvPr>
          <p:cNvSpPr txBox="1"/>
          <p:nvPr/>
        </p:nvSpPr>
        <p:spPr>
          <a:xfrm>
            <a:off x="637310" y="5412247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Generation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261883-0796-44CC-BB4A-EC2A41204C68}"/>
              </a:ext>
            </a:extLst>
          </p:cNvPr>
          <p:cNvSpPr txBox="1"/>
          <p:nvPr/>
        </p:nvSpPr>
        <p:spPr>
          <a:xfrm>
            <a:off x="353292" y="4130076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RECOMMENDATION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C346CA-82AA-4FB4-963A-4FC1175FCC4A}"/>
              </a:ext>
            </a:extLst>
          </p:cNvPr>
          <p:cNvSpPr txBox="1"/>
          <p:nvPr/>
        </p:nvSpPr>
        <p:spPr>
          <a:xfrm>
            <a:off x="646161" y="5851248"/>
            <a:ext cx="464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3005999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7870A8-2187-4F65-9938-027DEF5DF5ED}"/>
              </a:ext>
            </a:extLst>
          </p:cNvPr>
          <p:cNvSpPr/>
          <p:nvPr/>
        </p:nvSpPr>
        <p:spPr>
          <a:xfrm>
            <a:off x="2976536" y="109835"/>
            <a:ext cx="57245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WORKING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451CF-0894-47D8-BB21-65281B5EBCAE}"/>
              </a:ext>
            </a:extLst>
          </p:cNvPr>
          <p:cNvSpPr txBox="1"/>
          <p:nvPr/>
        </p:nvSpPr>
        <p:spPr>
          <a:xfrm>
            <a:off x="9139238" y="2195513"/>
            <a:ext cx="2771775" cy="414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7CBFC1-4F50-4D3E-9B73-F6CC6EB7D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725" y="2195513"/>
            <a:ext cx="7600950" cy="39057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776465-987B-4936-9B81-0AAFAF88899F}"/>
              </a:ext>
            </a:extLst>
          </p:cNvPr>
          <p:cNvSpPr txBox="1"/>
          <p:nvPr/>
        </p:nvSpPr>
        <p:spPr>
          <a:xfrm>
            <a:off x="1178706" y="3330058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56CF8-2B35-426F-ACBC-4BAA5215852A}"/>
              </a:ext>
            </a:extLst>
          </p:cNvPr>
          <p:cNvSpPr txBox="1"/>
          <p:nvPr/>
        </p:nvSpPr>
        <p:spPr>
          <a:xfrm>
            <a:off x="1178706" y="3843330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F58360-1404-42C4-985B-368805DDACD4}"/>
              </a:ext>
            </a:extLst>
          </p:cNvPr>
          <p:cNvSpPr txBox="1"/>
          <p:nvPr/>
        </p:nvSpPr>
        <p:spPr>
          <a:xfrm>
            <a:off x="1178706" y="4385149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A7964F-90C1-45AA-ABC6-23C58C31D41F}"/>
              </a:ext>
            </a:extLst>
          </p:cNvPr>
          <p:cNvSpPr txBox="1"/>
          <p:nvPr/>
        </p:nvSpPr>
        <p:spPr>
          <a:xfrm>
            <a:off x="1178706" y="4926968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0E0B9C-730F-4586-9C92-77AAB66CC9D2}"/>
              </a:ext>
            </a:extLst>
          </p:cNvPr>
          <p:cNvCxnSpPr>
            <a:cxnSpLocks/>
          </p:cNvCxnSpPr>
          <p:nvPr/>
        </p:nvCxnSpPr>
        <p:spPr>
          <a:xfrm>
            <a:off x="2500313" y="3515796"/>
            <a:ext cx="73815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8C580E-6146-489A-96A9-478CFCCDE578}"/>
              </a:ext>
            </a:extLst>
          </p:cNvPr>
          <p:cNvCxnSpPr>
            <a:cxnSpLocks/>
          </p:cNvCxnSpPr>
          <p:nvPr/>
        </p:nvCxnSpPr>
        <p:spPr>
          <a:xfrm>
            <a:off x="2500313" y="4038714"/>
            <a:ext cx="73815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182A71-7CD5-4667-B51E-F07D7DE65E2E}"/>
              </a:ext>
            </a:extLst>
          </p:cNvPr>
          <p:cNvCxnSpPr>
            <a:cxnSpLocks/>
          </p:cNvCxnSpPr>
          <p:nvPr/>
        </p:nvCxnSpPr>
        <p:spPr>
          <a:xfrm>
            <a:off x="2500313" y="4589252"/>
            <a:ext cx="73815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B2A756E-4815-47DB-AE68-A8253B4736AD}"/>
              </a:ext>
            </a:extLst>
          </p:cNvPr>
          <p:cNvCxnSpPr>
            <a:cxnSpLocks/>
          </p:cNvCxnSpPr>
          <p:nvPr/>
        </p:nvCxnSpPr>
        <p:spPr>
          <a:xfrm>
            <a:off x="2500313" y="5142659"/>
            <a:ext cx="73815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5269A2-4197-4A01-B40D-56E464F7E484}"/>
              </a:ext>
            </a:extLst>
          </p:cNvPr>
          <p:cNvSpPr txBox="1"/>
          <p:nvPr/>
        </p:nvSpPr>
        <p:spPr>
          <a:xfrm>
            <a:off x="10017945" y="3329407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F3C42D-9ED9-4E72-BEAE-371ACE6D75C9}"/>
              </a:ext>
            </a:extLst>
          </p:cNvPr>
          <p:cNvSpPr txBox="1"/>
          <p:nvPr/>
        </p:nvSpPr>
        <p:spPr>
          <a:xfrm>
            <a:off x="10017945" y="3963706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1A223-C886-4DDC-B2A9-0D9AEACF3184}"/>
              </a:ext>
            </a:extLst>
          </p:cNvPr>
          <p:cNvSpPr txBox="1"/>
          <p:nvPr/>
        </p:nvSpPr>
        <p:spPr>
          <a:xfrm>
            <a:off x="10017945" y="4598005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2EE364B-5843-4896-A16D-B47EAC68AD5E}"/>
              </a:ext>
            </a:extLst>
          </p:cNvPr>
          <p:cNvCxnSpPr>
            <a:cxnSpLocks/>
          </p:cNvCxnSpPr>
          <p:nvPr/>
        </p:nvCxnSpPr>
        <p:spPr>
          <a:xfrm>
            <a:off x="4343400" y="6078755"/>
            <a:ext cx="3657600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708A33B-A28A-4717-A724-D41CB8A41C13}"/>
              </a:ext>
            </a:extLst>
          </p:cNvPr>
          <p:cNvSpPr txBox="1"/>
          <p:nvPr/>
        </p:nvSpPr>
        <p:spPr>
          <a:xfrm>
            <a:off x="5112788" y="6216134"/>
            <a:ext cx="358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Direction of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4A5B14-7F42-4827-925D-91B9CC977EC1}"/>
              </a:ext>
            </a:extLst>
          </p:cNvPr>
          <p:cNvSpPr txBox="1"/>
          <p:nvPr/>
        </p:nvSpPr>
        <p:spPr>
          <a:xfrm>
            <a:off x="1247769" y="2167710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Neurons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16932F-EA45-4A0C-B683-94633DDE6086}"/>
              </a:ext>
            </a:extLst>
          </p:cNvPr>
          <p:cNvSpPr txBox="1"/>
          <p:nvPr/>
        </p:nvSpPr>
        <p:spPr>
          <a:xfrm>
            <a:off x="2640242" y="1144701"/>
            <a:ext cx="83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</a:t>
            </a:r>
          </a:p>
          <a:p>
            <a:r>
              <a:rPr lang="en-US" dirty="0"/>
              <a:t>Layer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8EA049-32A5-49E2-9004-C66A24C9B445}"/>
              </a:ext>
            </a:extLst>
          </p:cNvPr>
          <p:cNvSpPr txBox="1"/>
          <p:nvPr/>
        </p:nvSpPr>
        <p:spPr>
          <a:xfrm>
            <a:off x="5016390" y="1151458"/>
            <a:ext cx="1070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Hidden</a:t>
            </a:r>
          </a:p>
          <a:p>
            <a:r>
              <a:rPr lang="en-US" dirty="0"/>
              <a:t>Layer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E5364-A009-4615-A0AF-BC68041A1DF5}"/>
              </a:ext>
            </a:extLst>
          </p:cNvPr>
          <p:cNvSpPr txBox="1"/>
          <p:nvPr/>
        </p:nvSpPr>
        <p:spPr>
          <a:xfrm>
            <a:off x="7336598" y="1144700"/>
            <a:ext cx="110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Hidden        Layer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2D6177-E61F-4FD3-8E14-1836EA2EBF39}"/>
              </a:ext>
            </a:extLst>
          </p:cNvPr>
          <p:cNvSpPr txBox="1"/>
          <p:nvPr/>
        </p:nvSpPr>
        <p:spPr>
          <a:xfrm>
            <a:off x="8934981" y="1100708"/>
            <a:ext cx="1104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</a:t>
            </a:r>
          </a:p>
          <a:p>
            <a:r>
              <a:rPr lang="en-US" dirty="0"/>
              <a:t>  Layer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696D2AA-979A-4758-9890-B399F49EE08F}"/>
              </a:ext>
            </a:extLst>
          </p:cNvPr>
          <p:cNvCxnSpPr>
            <a:cxnSpLocks/>
          </p:cNvCxnSpPr>
          <p:nvPr/>
        </p:nvCxnSpPr>
        <p:spPr>
          <a:xfrm>
            <a:off x="2963048" y="1820265"/>
            <a:ext cx="0" cy="4150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0FE12CB-5857-4925-BB6E-7EA200721F46}"/>
              </a:ext>
            </a:extLst>
          </p:cNvPr>
          <p:cNvCxnSpPr>
            <a:cxnSpLocks/>
          </p:cNvCxnSpPr>
          <p:nvPr/>
        </p:nvCxnSpPr>
        <p:spPr>
          <a:xfrm>
            <a:off x="5401448" y="1820265"/>
            <a:ext cx="0" cy="4150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76BCAC-B7B6-4CD5-8649-A047BF1D0C3A}"/>
              </a:ext>
            </a:extLst>
          </p:cNvPr>
          <p:cNvCxnSpPr>
            <a:cxnSpLocks/>
          </p:cNvCxnSpPr>
          <p:nvPr/>
        </p:nvCxnSpPr>
        <p:spPr>
          <a:xfrm>
            <a:off x="7889048" y="1820265"/>
            <a:ext cx="0" cy="4150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AECA303-BE49-45E5-B1A3-18289638D022}"/>
              </a:ext>
            </a:extLst>
          </p:cNvPr>
          <p:cNvCxnSpPr>
            <a:cxnSpLocks/>
          </p:cNvCxnSpPr>
          <p:nvPr/>
        </p:nvCxnSpPr>
        <p:spPr>
          <a:xfrm>
            <a:off x="9487431" y="1820265"/>
            <a:ext cx="0" cy="415077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89AA6A8-AA7D-4F90-9480-E9B3F70B4B75}"/>
              </a:ext>
            </a:extLst>
          </p:cNvPr>
          <p:cNvSpPr txBox="1"/>
          <p:nvPr/>
        </p:nvSpPr>
        <p:spPr>
          <a:xfrm>
            <a:off x="1564763" y="5844412"/>
            <a:ext cx="1990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32039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449AC52-3253-4F4D-BAEB-8E821BFB00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6295980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89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102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HASIBUL HASAN HASIB</dc:creator>
  <cp:lastModifiedBy>MD. HASIBUL HASAN HASIB</cp:lastModifiedBy>
  <cp:revision>15</cp:revision>
  <dcterms:created xsi:type="dcterms:W3CDTF">2025-12-09T10:59:51Z</dcterms:created>
  <dcterms:modified xsi:type="dcterms:W3CDTF">2025-12-09T13:17:32Z</dcterms:modified>
</cp:coreProperties>
</file>